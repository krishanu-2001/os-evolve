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9" r:id="rId4"/>
    <p:sldMasterId id="2147483680" r:id="rId5"/>
    <p:sldMasterId id="214748368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13716000" cx="24384000"/>
  <p:notesSz cx="6858000" cy="9144000"/>
  <p:embeddedFontLst>
    <p:embeddedFont>
      <p:font typeface="Raleway"/>
      <p:regular r:id="rId22"/>
      <p:bold r:id="rId23"/>
      <p:italic r:id="rId24"/>
      <p:boldItalic r:id="rId25"/>
    </p:embeddedFont>
    <p:embeddedFont>
      <p:font typeface="Roboto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  <p:embeddedFont>
      <p:font typeface="Arial Black"/>
      <p:regular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370E9CA-C696-4645-9DA1-0D10EC40A301}">
  <a:tblStyle styleId="{A370E9CA-C696-4645-9DA1-0D10EC40A30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59FDF3A-84C3-445B-89B8-2620C6174EF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49CF205-6DB1-4F2D-A281-00F7A385BE01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Raleway-regular.fntdata"/><Relationship Id="rId21" Type="http://schemas.openxmlformats.org/officeDocument/2006/relationships/slide" Target="slides/slide14.xml"/><Relationship Id="rId24" Type="http://schemas.openxmlformats.org/officeDocument/2006/relationships/font" Target="fonts/Raleway-italic.fntdata"/><Relationship Id="rId23" Type="http://schemas.openxmlformats.org/officeDocument/2006/relationships/font" Target="fonts/Raleway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Roboto-regular.fntdata"/><Relationship Id="rId25" Type="http://schemas.openxmlformats.org/officeDocument/2006/relationships/font" Target="fonts/Raleway-boldItalic.fntdata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Roboto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4.xml"/><Relationship Id="rId33" Type="http://schemas.openxmlformats.org/officeDocument/2006/relationships/font" Target="fonts/Lato-boldItalic.fntdata"/><Relationship Id="rId10" Type="http://schemas.openxmlformats.org/officeDocument/2006/relationships/slide" Target="slides/slide3.xml"/><Relationship Id="rId32" Type="http://schemas.openxmlformats.org/officeDocument/2006/relationships/font" Target="fonts/Lato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34" Type="http://schemas.openxmlformats.org/officeDocument/2006/relationships/font" Target="fonts/ArialBlack-regular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d3eb9c37e_5_341:notes"/>
          <p:cNvSpPr txBox="1"/>
          <p:nvPr>
            <p:ph idx="1" type="body"/>
          </p:nvPr>
        </p:nvSpPr>
        <p:spPr>
          <a:xfrm>
            <a:off x="685800" y="4343406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</a:t>
            </a:r>
            <a:endParaRPr/>
          </a:p>
        </p:txBody>
      </p:sp>
      <p:sp>
        <p:nvSpPr>
          <p:cNvPr id="157" name="Google Shape;157;g39d3eb9c37e_5_341:notes"/>
          <p:cNvSpPr/>
          <p:nvPr>
            <p:ph idx="2" type="sldImg"/>
          </p:nvPr>
        </p:nvSpPr>
        <p:spPr>
          <a:xfrm>
            <a:off x="327025" y="687321"/>
            <a:ext cx="6204000" cy="3427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da80636df_0_5:notes"/>
          <p:cNvSpPr txBox="1"/>
          <p:nvPr>
            <p:ph idx="1" type="body"/>
          </p:nvPr>
        </p:nvSpPr>
        <p:spPr>
          <a:xfrm>
            <a:off x="685800" y="4343406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modifying a mature software like the linux system is a very painstaking task. and introduce a new algorithm for a task like CPU scheduling needs multifaceted and rigorous research covering many scenarios. Eventually this evolution takes a lot of time to come out - For example the </a:t>
            </a:r>
            <a:r>
              <a:rPr lang="en-US">
                <a:solidFill>
                  <a:srgbClr val="E6E8F0"/>
                </a:solidFill>
                <a:highlight>
                  <a:srgbClr val="1F1F1F"/>
                </a:highlight>
                <a:latin typeface="Roboto"/>
                <a:ea typeface="Roboto"/>
                <a:cs typeface="Roboto"/>
                <a:sym typeface="Roboto"/>
              </a:rPr>
              <a:t>Completely Fair Scheduler came out in October 2007 and hasn’t been changed ever since</a:t>
            </a:r>
            <a:r>
              <a:rPr lang="en-US" sz="135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.  </a:t>
            </a:r>
            <a:br>
              <a:rPr lang="en-US" sz="1350">
                <a:solidFill>
                  <a:srgbClr val="F8F8F2"/>
                </a:solidFill>
                <a:highlight>
                  <a:srgbClr val="23252F"/>
                </a:highlight>
                <a:latin typeface="Roboto"/>
                <a:ea typeface="Roboto"/>
                <a:cs typeface="Roboto"/>
                <a:sym typeface="Roboto"/>
              </a:rPr>
            </a:br>
            <a:endParaRPr sz="1350">
              <a:solidFill>
                <a:srgbClr val="F8F8F2"/>
              </a:solidFill>
              <a:highlight>
                <a:srgbClr val="23252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F8F8F2"/>
              </a:solidFill>
              <a:highlight>
                <a:srgbClr val="23252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350">
                <a:solidFill>
                  <a:srgbClr val="F8F8F2"/>
                </a:solidFill>
                <a:highlight>
                  <a:srgbClr val="23252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lang="en-US" sz="1350">
                <a:solidFill>
                  <a:srgbClr val="F8F8F2"/>
                </a:solidFill>
                <a:highlight>
                  <a:srgbClr val="23252F"/>
                </a:highlight>
                <a:latin typeface="Roboto"/>
                <a:ea typeface="Roboto"/>
                <a:cs typeface="Roboto"/>
                <a:sym typeface="Roboto"/>
              </a:rPr>
              <a:t>Recent research like Shinjuku and Concord - suggests bespoke scheduling policies can provide compelling performance results in a data center setting where tasks are repetitive and homogenous.</a:t>
            </a:r>
            <a:endParaRPr/>
          </a:p>
        </p:txBody>
      </p:sp>
      <p:sp>
        <p:nvSpPr>
          <p:cNvPr id="166" name="Google Shape;166;g39da80636df_0_5:notes"/>
          <p:cNvSpPr/>
          <p:nvPr>
            <p:ph idx="2" type="sldImg"/>
          </p:nvPr>
        </p:nvSpPr>
        <p:spPr>
          <a:xfrm>
            <a:off x="327025" y="687321"/>
            <a:ext cx="6204000" cy="3427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f31138d6f_0_7:notes"/>
          <p:cNvSpPr txBox="1"/>
          <p:nvPr>
            <p:ph idx="1" type="body"/>
          </p:nvPr>
        </p:nvSpPr>
        <p:spPr>
          <a:xfrm>
            <a:off x="685800" y="4343406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af31138d6f_0_7:notes"/>
          <p:cNvSpPr/>
          <p:nvPr>
            <p:ph idx="2" type="sldImg"/>
          </p:nvPr>
        </p:nvSpPr>
        <p:spPr>
          <a:xfrm>
            <a:off x="327025" y="687321"/>
            <a:ext cx="6204000" cy="3427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d9594e083_0_225:notes"/>
          <p:cNvSpPr txBox="1"/>
          <p:nvPr>
            <p:ph idx="1" type="body"/>
          </p:nvPr>
        </p:nvSpPr>
        <p:spPr>
          <a:xfrm>
            <a:off x="685800" y="4343406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Add references (names of methods/references/non-exhaustive list)</a:t>
            </a:r>
            <a:endParaRPr/>
          </a:p>
        </p:txBody>
      </p:sp>
      <p:sp>
        <p:nvSpPr>
          <p:cNvPr id="194" name="Google Shape;194;g39d9594e083_0_225:notes"/>
          <p:cNvSpPr/>
          <p:nvPr>
            <p:ph idx="2" type="sldImg"/>
          </p:nvPr>
        </p:nvSpPr>
        <p:spPr>
          <a:xfrm>
            <a:off x="327025" y="687321"/>
            <a:ext cx="6204000" cy="3427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f31138d6f_0_21:notes"/>
          <p:cNvSpPr txBox="1"/>
          <p:nvPr>
            <p:ph idx="1" type="body"/>
          </p:nvPr>
        </p:nvSpPr>
        <p:spPr>
          <a:xfrm>
            <a:off x="685800" y="4343406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/>
              <a:t>ghOSt (Google Hosted OS Tasks)</a:t>
            </a:r>
            <a:r>
              <a:rPr lang="en-US" sz="1100"/>
              <a:t> is a userspace framework that lets developers implement and run custom CPU schedulers </a:t>
            </a:r>
            <a:r>
              <a:rPr i="1" lang="en-US" sz="1100"/>
              <a:t>without modifying the Linux kernel</a:t>
            </a:r>
            <a:r>
              <a:rPr lang="en-US" sz="1100"/>
              <a:t>. It offloads scheduling policy decisions to a userspace “agent,” while the kernel handles the low-level mechanics of context switching. This separation allows rapid experimentation with new scheduling algorithms, precise control over which CPUs use the custom scheduler, and detailed tracing of scheduling events — all while keeping the system stable and using an unmodified kernel.</a:t>
            </a:r>
            <a:endParaRPr/>
          </a:p>
        </p:txBody>
      </p:sp>
      <p:sp>
        <p:nvSpPr>
          <p:cNvPr id="200" name="Google Shape;200;g3af31138d6f_0_21:notes"/>
          <p:cNvSpPr/>
          <p:nvPr>
            <p:ph idx="2" type="sldImg"/>
          </p:nvPr>
        </p:nvSpPr>
        <p:spPr>
          <a:xfrm>
            <a:off x="327025" y="687321"/>
            <a:ext cx="6204000" cy="3427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f31138d6f_0_40:notes"/>
          <p:cNvSpPr txBox="1"/>
          <p:nvPr>
            <p:ph idx="1" type="body"/>
          </p:nvPr>
        </p:nvSpPr>
        <p:spPr>
          <a:xfrm>
            <a:off x="685800" y="4343406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use the ghost framework as a replacement for modifying the kernel everytime.</a:t>
            </a:r>
            <a:br>
              <a:rPr lang="en-US"/>
            </a:br>
            <a:r>
              <a:rPr lang="en-US"/>
              <a:t>For each SHinka evolution we spin up new agents and run certain benchmarks by migrating all threads of the processes to ghost agent.</a:t>
            </a:r>
            <a:br>
              <a:rPr lang="en-US"/>
            </a:br>
            <a:r>
              <a:rPr lang="en-US"/>
              <a:t>We tap into the traces and we return the metrics needed by Shinka to evolve. These metrics include throughput, latency and SLO like p95 and p99. </a:t>
            </a:r>
            <a:endParaRPr/>
          </a:p>
        </p:txBody>
      </p:sp>
      <p:sp>
        <p:nvSpPr>
          <p:cNvPr id="209" name="Google Shape;209;g3af31138d6f_0_40:notes"/>
          <p:cNvSpPr/>
          <p:nvPr>
            <p:ph idx="2" type="sldImg"/>
          </p:nvPr>
        </p:nvSpPr>
        <p:spPr>
          <a:xfrm>
            <a:off x="327025" y="687321"/>
            <a:ext cx="6204000" cy="3427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f31138d6f_1_0:notes"/>
          <p:cNvSpPr txBox="1"/>
          <p:nvPr>
            <p:ph idx="1" type="body"/>
          </p:nvPr>
        </p:nvSpPr>
        <p:spPr>
          <a:xfrm>
            <a:off x="685800" y="4343406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our first benchmark dataset. This is a synthetic dataset made for testing head of line blocking, </a:t>
            </a:r>
            <a:br>
              <a:rPr lang="en-US"/>
            </a:br>
            <a:r>
              <a:rPr lang="en-US"/>
              <a:t>it has a set of fast threads and slow threads that take up quite a lot of CPU burst time. </a:t>
            </a:r>
            <a:br>
              <a:rPr lang="en-US"/>
            </a:br>
            <a:r>
              <a:rPr lang="en-US"/>
              <a:t>We now test the different generations of code evolved from OS Evolve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the first image, we show a plot of the average latency, throughput.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observe that Generation 5 and Generation 8 increase throughput but at the cost of latency.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interesting because the image on the right hand side shows that our generations are improving the latency of fast threads </a:t>
            </a:r>
            <a:br>
              <a:rPr lang="en-US"/>
            </a:br>
            <a:r>
              <a:rPr lang="en-US"/>
              <a:t>but the slow threads are taking a toll.</a:t>
            </a:r>
            <a:endParaRPr/>
          </a:p>
        </p:txBody>
      </p:sp>
      <p:sp>
        <p:nvSpPr>
          <p:cNvPr id="215" name="Google Shape;215;g3af31138d6f_1_0:notes"/>
          <p:cNvSpPr/>
          <p:nvPr>
            <p:ph idx="2" type="sldImg"/>
          </p:nvPr>
        </p:nvSpPr>
        <p:spPr>
          <a:xfrm>
            <a:off x="327025" y="687321"/>
            <a:ext cx="6204000" cy="3427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f31138d6f_1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af31138d6f_1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</a:t>
            </a:r>
            <a:r>
              <a:rPr lang="en-US"/>
              <a:t>shows how one evolution run looks like. This tree like structure starts with the initial cfs al</a:t>
            </a:r>
            <a:endParaRPr/>
          </a:p>
        </p:txBody>
      </p:sp>
      <p:sp>
        <p:nvSpPr>
          <p:cNvPr id="224" name="Google Shape;224;g3af31138d6f_1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f31138d6f_1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af31138d6f_1_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af31138d6f_1_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f31138d6f_1_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af31138d6f_1_1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Our model tweaks the inference island code. on one side </a:t>
            </a:r>
            <a:endParaRPr/>
          </a:p>
        </p:txBody>
      </p:sp>
      <p:sp>
        <p:nvSpPr>
          <p:cNvPr id="241" name="Google Shape;241;g3af31138d6f_1_1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af31138d6f_1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af31138d6f_1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af31138d6f_1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af31138d6f_1_166:notes"/>
          <p:cNvSpPr txBox="1"/>
          <p:nvPr>
            <p:ph idx="1" type="body"/>
          </p:nvPr>
        </p:nvSpPr>
        <p:spPr>
          <a:xfrm>
            <a:off x="685800" y="4343406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af31138d6f_1_166:notes"/>
          <p:cNvSpPr/>
          <p:nvPr>
            <p:ph idx="2" type="sldImg"/>
          </p:nvPr>
        </p:nvSpPr>
        <p:spPr>
          <a:xfrm>
            <a:off x="327025" y="687321"/>
            <a:ext cx="6204000" cy="3427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af31138d6f_1_152:notes"/>
          <p:cNvSpPr txBox="1"/>
          <p:nvPr>
            <p:ph idx="1" type="body"/>
          </p:nvPr>
        </p:nvSpPr>
        <p:spPr>
          <a:xfrm>
            <a:off x="685800" y="4343406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af31138d6f_1_152:notes"/>
          <p:cNvSpPr/>
          <p:nvPr>
            <p:ph idx="2" type="sldImg"/>
          </p:nvPr>
        </p:nvSpPr>
        <p:spPr>
          <a:xfrm>
            <a:off x="327025" y="687321"/>
            <a:ext cx="6204000" cy="3427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af31138d6f_1_49:notes"/>
          <p:cNvSpPr txBox="1"/>
          <p:nvPr>
            <p:ph idx="1" type="body"/>
          </p:nvPr>
        </p:nvSpPr>
        <p:spPr>
          <a:xfrm>
            <a:off x="685800" y="4343406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af31138d6f_1_49:notes"/>
          <p:cNvSpPr/>
          <p:nvPr>
            <p:ph idx="2" type="sldImg"/>
          </p:nvPr>
        </p:nvSpPr>
        <p:spPr>
          <a:xfrm>
            <a:off x="327025" y="687321"/>
            <a:ext cx="6204000" cy="3427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Google Shape;14;p2"/>
          <p:cNvCxnSpPr/>
          <p:nvPr/>
        </p:nvCxnSpPr>
        <p:spPr>
          <a:xfrm>
            <a:off x="6607265" y="1108400"/>
            <a:ext cx="16651200" cy="0"/>
          </a:xfrm>
          <a:prstGeom prst="straightConnector1">
            <a:avLst/>
          </a:prstGeom>
          <a:noFill/>
          <a:ln cap="flat" cmpd="sng" w="1016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" name="Google Shape;15;p2"/>
          <p:cNvCxnSpPr/>
          <p:nvPr/>
        </p:nvCxnSpPr>
        <p:spPr>
          <a:xfrm>
            <a:off x="6607265" y="12640000"/>
            <a:ext cx="16651200" cy="0"/>
          </a:xfrm>
          <a:prstGeom prst="straightConnector1">
            <a:avLst/>
          </a:prstGeom>
          <a:noFill/>
          <a:ln cap="flat" cmpd="sng" w="5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" name="Google Shape;16;p2"/>
          <p:cNvCxnSpPr/>
          <p:nvPr/>
        </p:nvCxnSpPr>
        <p:spPr>
          <a:xfrm>
            <a:off x="1133862" y="1108400"/>
            <a:ext cx="488700" cy="0"/>
          </a:xfrm>
          <a:prstGeom prst="straightConnector1">
            <a:avLst/>
          </a:prstGeom>
          <a:noFill/>
          <a:ln cap="flat" cmpd="sng" w="5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2"/>
          <p:cNvSpPr txBox="1"/>
          <p:nvPr>
            <p:ph type="ctrTitle"/>
          </p:nvPr>
        </p:nvSpPr>
        <p:spPr>
          <a:xfrm>
            <a:off x="6324600" y="1680600"/>
            <a:ext cx="16884000" cy="41121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6374045" y="8635867"/>
            <a:ext cx="16884000" cy="3311100"/>
          </a:xfrm>
          <a:prstGeom prst="rect">
            <a:avLst/>
          </a:prstGeom>
        </p:spPr>
        <p:txBody>
          <a:bodyPr anchorCtr="0" anchor="b" bIns="243800" lIns="243800" spcFirstLastPara="1" rIns="243800" wrap="square" tIns="2438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22661331" y="12503357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3"/>
          <p:cNvCxnSpPr/>
          <p:nvPr/>
        </p:nvCxnSpPr>
        <p:spPr>
          <a:xfrm>
            <a:off x="1133867" y="1108400"/>
            <a:ext cx="22124700" cy="0"/>
          </a:xfrm>
          <a:prstGeom prst="straightConnector1">
            <a:avLst/>
          </a:prstGeom>
          <a:noFill/>
          <a:ln cap="flat" cmpd="sng" w="1016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3"/>
          <p:cNvCxnSpPr/>
          <p:nvPr/>
        </p:nvCxnSpPr>
        <p:spPr>
          <a:xfrm>
            <a:off x="1133867" y="12640000"/>
            <a:ext cx="22124700" cy="0"/>
          </a:xfrm>
          <a:prstGeom prst="straightConnector1">
            <a:avLst/>
          </a:prstGeom>
          <a:noFill/>
          <a:ln cap="flat" cmpd="sng" w="5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3"/>
          <p:cNvSpPr txBox="1"/>
          <p:nvPr>
            <p:ph type="title"/>
          </p:nvPr>
        </p:nvSpPr>
        <p:spPr>
          <a:xfrm>
            <a:off x="1083800" y="4818200"/>
            <a:ext cx="22124700" cy="41121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22661331" y="12503357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4"/>
          <p:cNvCxnSpPr/>
          <p:nvPr/>
        </p:nvCxnSpPr>
        <p:spPr>
          <a:xfrm>
            <a:off x="6607265" y="1108400"/>
            <a:ext cx="16651200" cy="0"/>
          </a:xfrm>
          <a:prstGeom prst="straightConnector1">
            <a:avLst/>
          </a:prstGeom>
          <a:noFill/>
          <a:ln cap="flat" cmpd="sng" w="101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" name="Google Shape;27;p4"/>
          <p:cNvCxnSpPr/>
          <p:nvPr/>
        </p:nvCxnSpPr>
        <p:spPr>
          <a:xfrm>
            <a:off x="6607265" y="12640000"/>
            <a:ext cx="16651200" cy="0"/>
          </a:xfrm>
          <a:prstGeom prst="straightConnector1">
            <a:avLst/>
          </a:prstGeom>
          <a:noFill/>
          <a:ln cap="flat" cmpd="sng" w="50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" name="Google Shape;28;p4"/>
          <p:cNvCxnSpPr/>
          <p:nvPr/>
        </p:nvCxnSpPr>
        <p:spPr>
          <a:xfrm>
            <a:off x="1133862" y="1108400"/>
            <a:ext cx="488700" cy="0"/>
          </a:xfrm>
          <a:prstGeom prst="straightConnector1">
            <a:avLst/>
          </a:prstGeom>
          <a:noFill/>
          <a:ln cap="flat" cmpd="sng" w="50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4"/>
          <p:cNvSpPr txBox="1"/>
          <p:nvPr>
            <p:ph type="title"/>
          </p:nvPr>
        </p:nvSpPr>
        <p:spPr>
          <a:xfrm>
            <a:off x="6400667" y="1535867"/>
            <a:ext cx="16857600" cy="16944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6426966" y="4255402"/>
            <a:ext cx="16857600" cy="80064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533400" lvl="0" marL="457200">
              <a:spcBef>
                <a:spcPts val="0"/>
              </a:spcBef>
              <a:spcAft>
                <a:spcPts val="0"/>
              </a:spcAft>
              <a:buSzPts val="4800"/>
              <a:buChar char="●"/>
              <a:defRPr/>
            </a:lvl1pPr>
            <a:lvl2pPr indent="-463550" lvl="1" marL="914400">
              <a:spcBef>
                <a:spcPts val="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>
              <a:spcBef>
                <a:spcPts val="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>
              <a:spcBef>
                <a:spcPts val="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>
              <a:spcBef>
                <a:spcPts val="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>
              <a:spcBef>
                <a:spcPts val="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>
              <a:spcBef>
                <a:spcPts val="0"/>
              </a:spcBef>
              <a:spcAft>
                <a:spcPts val="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22661331" y="12503357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Google Shape;33;p5"/>
          <p:cNvCxnSpPr/>
          <p:nvPr/>
        </p:nvCxnSpPr>
        <p:spPr>
          <a:xfrm>
            <a:off x="6607265" y="1108400"/>
            <a:ext cx="16651200" cy="0"/>
          </a:xfrm>
          <a:prstGeom prst="straightConnector1">
            <a:avLst/>
          </a:prstGeom>
          <a:noFill/>
          <a:ln cap="flat" cmpd="sng" w="101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" name="Google Shape;34;p5"/>
          <p:cNvCxnSpPr/>
          <p:nvPr/>
        </p:nvCxnSpPr>
        <p:spPr>
          <a:xfrm>
            <a:off x="6607265" y="12640000"/>
            <a:ext cx="16651200" cy="0"/>
          </a:xfrm>
          <a:prstGeom prst="straightConnector1">
            <a:avLst/>
          </a:prstGeom>
          <a:noFill/>
          <a:ln cap="flat" cmpd="sng" w="50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" name="Google Shape;35;p5"/>
          <p:cNvCxnSpPr/>
          <p:nvPr/>
        </p:nvCxnSpPr>
        <p:spPr>
          <a:xfrm>
            <a:off x="1133862" y="1108400"/>
            <a:ext cx="488700" cy="0"/>
          </a:xfrm>
          <a:prstGeom prst="straightConnector1">
            <a:avLst/>
          </a:prstGeom>
          <a:noFill/>
          <a:ln cap="flat" cmpd="sng" w="50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5"/>
          <p:cNvSpPr txBox="1"/>
          <p:nvPr>
            <p:ph type="title"/>
          </p:nvPr>
        </p:nvSpPr>
        <p:spPr>
          <a:xfrm>
            <a:off x="6400667" y="1535867"/>
            <a:ext cx="16857600" cy="16944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6400807" y="4273800"/>
            <a:ext cx="8190300" cy="80064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463550" lvl="0" marL="457200"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1pPr>
            <a:lvl2pPr indent="-431800" lvl="1" marL="9144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2pPr>
            <a:lvl3pPr indent="-431800" lvl="2" marL="13716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3pPr>
            <a:lvl4pPr indent="-431800" lvl="3" marL="18288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4pPr>
            <a:lvl5pPr indent="-431800" lvl="4" marL="22860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5pPr>
            <a:lvl6pPr indent="-431800" lvl="5" marL="27432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6pPr>
            <a:lvl7pPr indent="-431800" lvl="6" marL="32004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7pPr>
            <a:lvl8pPr indent="-431800" lvl="7" marL="36576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8pPr>
            <a:lvl9pPr indent="-431800" lvl="8" marL="41148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15068192" y="4273800"/>
            <a:ext cx="8190300" cy="80064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463550" lvl="0" marL="457200"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1pPr>
            <a:lvl2pPr indent="-431800" lvl="1" marL="9144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2pPr>
            <a:lvl3pPr indent="-431800" lvl="2" marL="13716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3pPr>
            <a:lvl4pPr indent="-431800" lvl="3" marL="18288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4pPr>
            <a:lvl5pPr indent="-431800" lvl="4" marL="22860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5pPr>
            <a:lvl6pPr indent="-431800" lvl="5" marL="27432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6pPr>
            <a:lvl7pPr indent="-431800" lvl="6" marL="32004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7pPr>
            <a:lvl8pPr indent="-431800" lvl="7" marL="36576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8pPr>
            <a:lvl9pPr indent="-431800" lvl="8" marL="41148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22661331" y="12503357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08800" y="1097533"/>
            <a:ext cx="22721700" cy="17055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22661331" y="12503357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7"/>
          <p:cNvCxnSpPr/>
          <p:nvPr/>
        </p:nvCxnSpPr>
        <p:spPr>
          <a:xfrm>
            <a:off x="1133862" y="1108400"/>
            <a:ext cx="488700" cy="0"/>
          </a:xfrm>
          <a:prstGeom prst="straightConnector1">
            <a:avLst/>
          </a:prstGeom>
          <a:noFill/>
          <a:ln cap="flat" cmpd="sng" w="50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7"/>
          <p:cNvSpPr txBox="1"/>
          <p:nvPr>
            <p:ph type="title"/>
          </p:nvPr>
        </p:nvSpPr>
        <p:spPr>
          <a:xfrm>
            <a:off x="852000" y="2497600"/>
            <a:ext cx="7488000" cy="2015100"/>
          </a:xfrm>
          <a:prstGeom prst="rect">
            <a:avLst/>
          </a:prstGeom>
        </p:spPr>
        <p:txBody>
          <a:bodyPr anchorCtr="0" anchor="b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852000" y="4924810"/>
            <a:ext cx="7488000" cy="74832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1pPr>
            <a:lvl2pPr indent="-431800" lvl="1" marL="9144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2pPr>
            <a:lvl3pPr indent="-431800" lvl="2" marL="13716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3pPr>
            <a:lvl4pPr indent="-431800" lvl="3" marL="18288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4pPr>
            <a:lvl5pPr indent="-431800" lvl="4" marL="22860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5pPr>
            <a:lvl6pPr indent="-431800" lvl="5" marL="27432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6pPr>
            <a:lvl7pPr indent="-431800" lvl="6" marL="32004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7pPr>
            <a:lvl8pPr indent="-431800" lvl="7" marL="36576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8pPr>
            <a:lvl9pPr indent="-431800" lvl="8" marL="41148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22661331" y="12503357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Google Shape;49;p8"/>
          <p:cNvCxnSpPr/>
          <p:nvPr/>
        </p:nvCxnSpPr>
        <p:spPr>
          <a:xfrm>
            <a:off x="1133862" y="1108400"/>
            <a:ext cx="488700" cy="0"/>
          </a:xfrm>
          <a:prstGeom prst="straightConnector1">
            <a:avLst/>
          </a:prstGeom>
          <a:noFill/>
          <a:ln cap="flat" cmpd="sng" w="5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8"/>
          <p:cNvSpPr txBox="1"/>
          <p:nvPr>
            <p:ph type="title"/>
          </p:nvPr>
        </p:nvSpPr>
        <p:spPr>
          <a:xfrm>
            <a:off x="754942" y="1899042"/>
            <a:ext cx="16651200" cy="102279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22661331" y="12503357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/>
          <p:nvPr/>
        </p:nvSpPr>
        <p:spPr>
          <a:xfrm>
            <a:off x="12192000" y="333"/>
            <a:ext cx="12192000" cy="1371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243800" lIns="243800" spcFirstLastPara="1" rIns="243800" wrap="square" tIns="2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4" name="Google Shape;54;p9"/>
          <p:cNvCxnSpPr/>
          <p:nvPr/>
        </p:nvCxnSpPr>
        <p:spPr>
          <a:xfrm>
            <a:off x="13412467" y="11988000"/>
            <a:ext cx="1248900" cy="0"/>
          </a:xfrm>
          <a:prstGeom prst="straightConnector1">
            <a:avLst/>
          </a:prstGeom>
          <a:noFill/>
          <a:ln cap="flat" cmpd="sng" w="5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9"/>
          <p:cNvSpPr txBox="1"/>
          <p:nvPr>
            <p:ph type="title"/>
          </p:nvPr>
        </p:nvSpPr>
        <p:spPr>
          <a:xfrm>
            <a:off x="708000" y="3726267"/>
            <a:ext cx="10787100" cy="3515100"/>
          </a:xfrm>
          <a:prstGeom prst="rect">
            <a:avLst/>
          </a:prstGeom>
        </p:spPr>
        <p:txBody>
          <a:bodyPr anchorCtr="0" anchor="b" bIns="243800" lIns="243800" spcFirstLastPara="1" rIns="243800" wrap="square" tIns="2438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" type="subTitle"/>
          </p:nvPr>
        </p:nvSpPr>
        <p:spPr>
          <a:xfrm>
            <a:off x="708000" y="7294322"/>
            <a:ext cx="10787100" cy="35880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13172000" y="1931200"/>
            <a:ext cx="10232100" cy="98535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indent="-533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Char char="●"/>
              <a:defRPr>
                <a:solidFill>
                  <a:schemeClr val="lt1"/>
                </a:solidFill>
              </a:defRPr>
            </a:lvl1pPr>
            <a:lvl2pPr indent="-463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Char char="○"/>
              <a:defRPr>
                <a:solidFill>
                  <a:schemeClr val="lt1"/>
                </a:solidFill>
              </a:defRPr>
            </a:lvl2pPr>
            <a:lvl3pPr indent="-463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Char char="■"/>
              <a:defRPr>
                <a:solidFill>
                  <a:schemeClr val="lt1"/>
                </a:solidFill>
              </a:defRPr>
            </a:lvl3pPr>
            <a:lvl4pPr indent="-463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Char char="●"/>
              <a:defRPr>
                <a:solidFill>
                  <a:schemeClr val="lt1"/>
                </a:solidFill>
              </a:defRPr>
            </a:lvl4pPr>
            <a:lvl5pPr indent="-463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Char char="○"/>
              <a:defRPr>
                <a:solidFill>
                  <a:schemeClr val="lt1"/>
                </a:solidFill>
              </a:defRPr>
            </a:lvl5pPr>
            <a:lvl6pPr indent="-463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Char char="■"/>
              <a:defRPr>
                <a:solidFill>
                  <a:schemeClr val="lt1"/>
                </a:solidFill>
              </a:defRPr>
            </a:lvl6pPr>
            <a:lvl7pPr indent="-463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Char char="●"/>
              <a:defRPr>
                <a:solidFill>
                  <a:schemeClr val="lt1"/>
                </a:solidFill>
              </a:defRPr>
            </a:lvl7pPr>
            <a:lvl8pPr indent="-463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Char char="○"/>
              <a:defRPr>
                <a:solidFill>
                  <a:schemeClr val="lt1"/>
                </a:solidFill>
              </a:defRPr>
            </a:lvl8pPr>
            <a:lvl9pPr indent="-463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9"/>
          <p:cNvSpPr txBox="1"/>
          <p:nvPr>
            <p:ph idx="12" type="sldNum"/>
          </p:nvPr>
        </p:nvSpPr>
        <p:spPr>
          <a:xfrm>
            <a:off x="22661331" y="12503357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0"/>
          <p:cNvCxnSpPr/>
          <p:nvPr/>
        </p:nvCxnSpPr>
        <p:spPr>
          <a:xfrm>
            <a:off x="1133867" y="12640000"/>
            <a:ext cx="22124700" cy="0"/>
          </a:xfrm>
          <a:prstGeom prst="straightConnector1">
            <a:avLst/>
          </a:prstGeom>
          <a:noFill/>
          <a:ln cap="flat" cmpd="sng" w="50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0"/>
          <p:cNvCxnSpPr/>
          <p:nvPr/>
        </p:nvCxnSpPr>
        <p:spPr>
          <a:xfrm>
            <a:off x="1133862" y="1108400"/>
            <a:ext cx="488700" cy="0"/>
          </a:xfrm>
          <a:prstGeom prst="straightConnector1">
            <a:avLst/>
          </a:prstGeom>
          <a:noFill/>
          <a:ln cap="flat" cmpd="sng" w="50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0"/>
          <p:cNvSpPr txBox="1"/>
          <p:nvPr>
            <p:ph idx="1" type="body"/>
          </p:nvPr>
        </p:nvSpPr>
        <p:spPr>
          <a:xfrm>
            <a:off x="874713" y="11269400"/>
            <a:ext cx="223695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22661331" y="12503357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Google Shape;65;p11"/>
          <p:cNvCxnSpPr/>
          <p:nvPr/>
        </p:nvCxnSpPr>
        <p:spPr>
          <a:xfrm>
            <a:off x="1133867" y="12640000"/>
            <a:ext cx="22124700" cy="0"/>
          </a:xfrm>
          <a:prstGeom prst="straightConnector1">
            <a:avLst/>
          </a:prstGeom>
          <a:noFill/>
          <a:ln cap="flat" cmpd="sng" w="50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" name="Google Shape;66;p11"/>
          <p:cNvCxnSpPr/>
          <p:nvPr/>
        </p:nvCxnSpPr>
        <p:spPr>
          <a:xfrm>
            <a:off x="1133867" y="1108400"/>
            <a:ext cx="22124700" cy="0"/>
          </a:xfrm>
          <a:prstGeom prst="straightConnector1">
            <a:avLst/>
          </a:prstGeom>
          <a:noFill/>
          <a:ln cap="flat" cmpd="sng" w="101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11"/>
          <p:cNvSpPr txBox="1"/>
          <p:nvPr>
            <p:ph hasCustomPrompt="1" type="title"/>
          </p:nvPr>
        </p:nvSpPr>
        <p:spPr>
          <a:xfrm>
            <a:off x="2277200" y="3479600"/>
            <a:ext cx="19829700" cy="41025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600"/>
              <a:buFont typeface="Lato"/>
              <a:buNone/>
              <a:defRPr sz="25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600"/>
              <a:buFont typeface="Lato"/>
              <a:buNone/>
              <a:defRPr sz="25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600"/>
              <a:buFont typeface="Lato"/>
              <a:buNone/>
              <a:defRPr sz="25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600"/>
              <a:buFont typeface="Lato"/>
              <a:buNone/>
              <a:defRPr sz="25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600"/>
              <a:buFont typeface="Lato"/>
              <a:buNone/>
              <a:defRPr sz="25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600"/>
              <a:buFont typeface="Lato"/>
              <a:buNone/>
              <a:defRPr sz="25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600"/>
              <a:buFont typeface="Lato"/>
              <a:buNone/>
              <a:defRPr sz="25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600"/>
              <a:buFont typeface="Lato"/>
              <a:buNone/>
              <a:defRPr sz="25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600"/>
              <a:buFont typeface="Lato"/>
              <a:buNone/>
              <a:defRPr sz="25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2277200" y="7785200"/>
            <a:ext cx="19829700" cy="28575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533400" lvl="0" marL="457200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/>
            </a:lvl1pPr>
            <a:lvl2pPr indent="-463550" lvl="1" marL="914400" algn="ctr">
              <a:spcBef>
                <a:spcPts val="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algn="ctr">
              <a:spcBef>
                <a:spcPts val="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algn="ctr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algn="ctr">
              <a:spcBef>
                <a:spcPts val="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algn="ctr">
              <a:spcBef>
                <a:spcPts val="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algn="ctr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algn="ctr">
              <a:spcBef>
                <a:spcPts val="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algn="ctr">
              <a:spcBef>
                <a:spcPts val="0"/>
              </a:spcBef>
              <a:spcAft>
                <a:spcPts val="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22661331" y="12503357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22661331" y="12503357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4">
  <p:cSld name="34">
    <p:bg>
      <p:bgPr>
        <a:solidFill>
          <a:schemeClr val="dk2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76363" y="894102"/>
            <a:ext cx="5046664" cy="600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76363" y="894102"/>
            <a:ext cx="5046664" cy="60026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3"/>
          <p:cNvSpPr txBox="1"/>
          <p:nvPr>
            <p:ph idx="12" type="sldNum"/>
          </p:nvPr>
        </p:nvSpPr>
        <p:spPr>
          <a:xfrm>
            <a:off x="22818090" y="12666269"/>
            <a:ext cx="14631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3475" lIns="223475" spcFirstLastPara="1" rIns="223475" wrap="square" tIns="2234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">
  <p:cSld name="23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/>
          <p:nvPr>
            <p:ph idx="2" type="pic"/>
          </p:nvPr>
        </p:nvSpPr>
        <p:spPr>
          <a:xfrm>
            <a:off x="11230023" y="8936016"/>
            <a:ext cx="1923900" cy="18921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22818090" y="12666269"/>
            <a:ext cx="14631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3475" lIns="223475" spcFirstLastPara="1" rIns="223475" wrap="square" tIns="2234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">
  <p:cSld name="33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/>
        </p:nvSpPr>
        <p:spPr>
          <a:xfrm>
            <a:off x="2445207" y="1582057"/>
            <a:ext cx="1107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TEXAS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5"/>
          <p:cNvSpPr txBox="1"/>
          <p:nvPr>
            <p:ph idx="12" type="sldNum"/>
          </p:nvPr>
        </p:nvSpPr>
        <p:spPr>
          <a:xfrm>
            <a:off x="22818090" y="12666269"/>
            <a:ext cx="14631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3475" lIns="223475" spcFirstLastPara="1" rIns="223475" wrap="square" tIns="2234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1219200" y="1828800"/>
            <a:ext cx="21945600" cy="22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243800" spcFirstLastPara="1" rIns="243800" wrap="square" tIns="1218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9pPr>
          </a:lstStyle>
          <a:p/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1219200" y="4632960"/>
            <a:ext cx="21945600" cy="7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243800" spcFirstLastPara="1" rIns="243800" wrap="square" tIns="121875">
            <a:normAutofit/>
          </a:bodyPr>
          <a:lstStyle>
            <a:lvl1pPr indent="-533400" lvl="0" marL="45720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4800"/>
              <a:buChar char="●"/>
              <a:defRPr/>
            </a:lvl1pPr>
            <a:lvl2pPr indent="-533400" lvl="1" marL="914400" algn="l">
              <a:spcBef>
                <a:spcPts val="3200"/>
              </a:spcBef>
              <a:spcAft>
                <a:spcPts val="0"/>
              </a:spcAft>
              <a:buClr>
                <a:srgbClr val="262626"/>
              </a:buClr>
              <a:buSzPts val="4800"/>
              <a:buChar char="○"/>
              <a:defRPr/>
            </a:lvl2pPr>
            <a:lvl3pPr indent="-533400" lvl="2" marL="1371600" algn="l">
              <a:spcBef>
                <a:spcPts val="3200"/>
              </a:spcBef>
              <a:spcAft>
                <a:spcPts val="0"/>
              </a:spcAft>
              <a:buClr>
                <a:srgbClr val="262626"/>
              </a:buClr>
              <a:buSzPts val="4800"/>
              <a:buChar char="■"/>
              <a:defRPr/>
            </a:lvl3pPr>
            <a:lvl4pPr indent="-533400" lvl="3" marL="1828800" algn="l">
              <a:spcBef>
                <a:spcPts val="3200"/>
              </a:spcBef>
              <a:spcAft>
                <a:spcPts val="0"/>
              </a:spcAft>
              <a:buClr>
                <a:srgbClr val="262626"/>
              </a:buClr>
              <a:buSzPts val="4800"/>
              <a:buChar char="●"/>
              <a:defRPr/>
            </a:lvl4pPr>
            <a:lvl5pPr indent="-533400" lvl="4" marL="2286000" algn="l">
              <a:spcBef>
                <a:spcPts val="3200"/>
              </a:spcBef>
              <a:spcAft>
                <a:spcPts val="0"/>
              </a:spcAft>
              <a:buClr>
                <a:srgbClr val="262626"/>
              </a:buClr>
              <a:buSzPts val="4800"/>
              <a:buChar char="○"/>
              <a:defRPr/>
            </a:lvl5pPr>
            <a:lvl6pPr indent="-533400" lvl="5" marL="2743200" algn="l"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4800"/>
              <a:buChar char="■"/>
              <a:defRPr/>
            </a:lvl6pPr>
            <a:lvl7pPr indent="-533400" lvl="6" marL="3200400" algn="l"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4800"/>
              <a:buChar char="●"/>
              <a:defRPr/>
            </a:lvl7pPr>
            <a:lvl8pPr indent="-533400" lvl="7" marL="3657600" algn="l"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4800"/>
              <a:buChar char="○"/>
              <a:defRPr/>
            </a:lvl8pPr>
            <a:lvl9pPr indent="-533400" lvl="8" marL="4114800" algn="l">
              <a:spcBef>
                <a:spcPts val="3200"/>
              </a:spcBef>
              <a:spcAft>
                <a:spcPts val="3200"/>
              </a:spcAft>
              <a:buClr>
                <a:schemeClr val="dk1"/>
              </a:buClr>
              <a:buSzPts val="4800"/>
              <a:buChar char="■"/>
              <a:defRPr/>
            </a:lvl9pPr>
          </a:lstStyle>
          <a:p/>
        </p:txBody>
      </p:sp>
      <p:sp>
        <p:nvSpPr>
          <p:cNvPr id="85" name="Google Shape;85;p16"/>
          <p:cNvSpPr txBox="1"/>
          <p:nvPr>
            <p:ph idx="12" type="sldNum"/>
          </p:nvPr>
        </p:nvSpPr>
        <p:spPr>
          <a:xfrm>
            <a:off x="22818090" y="12666269"/>
            <a:ext cx="1463100" cy="10497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1219200" y="2184400"/>
            <a:ext cx="21945600" cy="22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243800" spcFirstLastPara="1" rIns="243800" wrap="square" tIns="1218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1219200" y="4410075"/>
            <a:ext cx="21945600" cy="87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243800" spcFirstLastPara="1" rIns="243800" wrap="square" tIns="121875">
            <a:normAutofit/>
          </a:bodyPr>
          <a:lstStyle>
            <a:lvl1pPr indent="-533400" lvl="0" marL="45720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Char char="●"/>
              <a:defRPr/>
            </a:lvl1pPr>
            <a:lvl2pPr indent="-533400" lvl="1" marL="914400" algn="l">
              <a:spcBef>
                <a:spcPts val="3200"/>
              </a:spcBef>
              <a:spcAft>
                <a:spcPts val="0"/>
              </a:spcAft>
              <a:buClr>
                <a:schemeClr val="lt1"/>
              </a:buClr>
              <a:buSzPts val="4800"/>
              <a:buChar char="○"/>
              <a:defRPr/>
            </a:lvl2pPr>
            <a:lvl3pPr indent="-533400" lvl="2" marL="1371600" algn="l">
              <a:spcBef>
                <a:spcPts val="3200"/>
              </a:spcBef>
              <a:spcAft>
                <a:spcPts val="0"/>
              </a:spcAft>
              <a:buClr>
                <a:schemeClr val="lt1"/>
              </a:buClr>
              <a:buSzPts val="4800"/>
              <a:buChar char="■"/>
              <a:defRPr/>
            </a:lvl3pPr>
            <a:lvl4pPr indent="-533400" lvl="3" marL="1828800" algn="l">
              <a:spcBef>
                <a:spcPts val="3200"/>
              </a:spcBef>
              <a:spcAft>
                <a:spcPts val="0"/>
              </a:spcAft>
              <a:buClr>
                <a:schemeClr val="lt1"/>
              </a:buClr>
              <a:buSzPts val="4800"/>
              <a:buChar char="●"/>
              <a:defRPr/>
            </a:lvl4pPr>
            <a:lvl5pPr indent="-533400" lvl="4" marL="2286000" algn="l">
              <a:spcBef>
                <a:spcPts val="3200"/>
              </a:spcBef>
              <a:spcAft>
                <a:spcPts val="0"/>
              </a:spcAft>
              <a:buClr>
                <a:schemeClr val="lt1"/>
              </a:buClr>
              <a:buSzPts val="4800"/>
              <a:buChar char="○"/>
              <a:defRPr/>
            </a:lvl5pPr>
            <a:lvl6pPr indent="-533400" lvl="5" marL="2743200" algn="l"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4800"/>
              <a:buChar char="■"/>
              <a:defRPr/>
            </a:lvl6pPr>
            <a:lvl7pPr indent="-533400" lvl="6" marL="3200400" algn="l"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4800"/>
              <a:buChar char="●"/>
              <a:defRPr/>
            </a:lvl7pPr>
            <a:lvl8pPr indent="-533400" lvl="7" marL="3657600" algn="l"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4800"/>
              <a:buChar char="○"/>
              <a:defRPr/>
            </a:lvl8pPr>
            <a:lvl9pPr indent="-533400" lvl="8" marL="4114800" algn="l">
              <a:spcBef>
                <a:spcPts val="3200"/>
              </a:spcBef>
              <a:spcAft>
                <a:spcPts val="3200"/>
              </a:spcAft>
              <a:buClr>
                <a:schemeClr val="dk1"/>
              </a:buClr>
              <a:buSzPts val="4800"/>
              <a:buChar char="■"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22818090" y="12666269"/>
            <a:ext cx="1463100" cy="10497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OBJECT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1219200" y="1828800"/>
            <a:ext cx="21945600" cy="22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243800" spcFirstLastPara="1" rIns="243800" wrap="square" tIns="1218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1219200" y="4486656"/>
            <a:ext cx="21945600" cy="77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243800" spcFirstLastPara="1" rIns="243800" wrap="square" tIns="121875">
            <a:normAutofit/>
          </a:bodyPr>
          <a:lstStyle>
            <a:lvl1pPr indent="-533400" lvl="0" marL="457200" algn="l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4800"/>
              <a:buChar char="●"/>
              <a:defRPr/>
            </a:lvl1pPr>
            <a:lvl2pPr indent="-533400" lvl="1" marL="914400" algn="l">
              <a:spcBef>
                <a:spcPts val="3200"/>
              </a:spcBef>
              <a:spcAft>
                <a:spcPts val="0"/>
              </a:spcAft>
              <a:buClr>
                <a:schemeClr val="lt2"/>
              </a:buClr>
              <a:buSzPts val="4800"/>
              <a:buChar char="○"/>
              <a:defRPr/>
            </a:lvl2pPr>
            <a:lvl3pPr indent="-533400" lvl="2" marL="1371600" algn="l">
              <a:spcBef>
                <a:spcPts val="3200"/>
              </a:spcBef>
              <a:spcAft>
                <a:spcPts val="0"/>
              </a:spcAft>
              <a:buClr>
                <a:schemeClr val="lt2"/>
              </a:buClr>
              <a:buSzPts val="4800"/>
              <a:buChar char="■"/>
              <a:defRPr/>
            </a:lvl3pPr>
            <a:lvl4pPr indent="-533400" lvl="3" marL="1828800" algn="l">
              <a:spcBef>
                <a:spcPts val="3200"/>
              </a:spcBef>
              <a:spcAft>
                <a:spcPts val="0"/>
              </a:spcAft>
              <a:buClr>
                <a:schemeClr val="lt2"/>
              </a:buClr>
              <a:buSzPts val="4800"/>
              <a:buChar char="●"/>
              <a:defRPr/>
            </a:lvl4pPr>
            <a:lvl5pPr indent="-533400" lvl="4" marL="2286000" algn="l">
              <a:spcBef>
                <a:spcPts val="3200"/>
              </a:spcBef>
              <a:spcAft>
                <a:spcPts val="0"/>
              </a:spcAft>
              <a:buClr>
                <a:schemeClr val="lt2"/>
              </a:buClr>
              <a:buSzPts val="4800"/>
              <a:buChar char="○"/>
              <a:defRPr/>
            </a:lvl5pPr>
            <a:lvl6pPr indent="-533400" lvl="5" marL="2743200" algn="l"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4800"/>
              <a:buChar char="■"/>
              <a:defRPr/>
            </a:lvl6pPr>
            <a:lvl7pPr indent="-533400" lvl="6" marL="3200400" algn="l"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4800"/>
              <a:buChar char="●"/>
              <a:defRPr/>
            </a:lvl7pPr>
            <a:lvl8pPr indent="-533400" lvl="7" marL="3657600" algn="l"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4800"/>
              <a:buChar char="○"/>
              <a:defRPr/>
            </a:lvl8pPr>
            <a:lvl9pPr indent="-533400" lvl="8" marL="4114800" algn="l">
              <a:spcBef>
                <a:spcPts val="3200"/>
              </a:spcBef>
              <a:spcAft>
                <a:spcPts val="3200"/>
              </a:spcAft>
              <a:buClr>
                <a:schemeClr val="dk1"/>
              </a:buClr>
              <a:buSzPts val="4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1219200" y="2184400"/>
            <a:ext cx="21945600" cy="22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243800" spcFirstLastPara="1" rIns="243800" wrap="square" tIns="1218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1219200" y="4410075"/>
            <a:ext cx="21945600" cy="87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243800" spcFirstLastPara="1" rIns="243800" wrap="square" tIns="121875">
            <a:normAutofit/>
          </a:bodyPr>
          <a:lstStyle>
            <a:lvl1pPr indent="-533400" lvl="0" marL="45720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Char char="•"/>
              <a:defRPr/>
            </a:lvl1pPr>
            <a:lvl2pPr indent="-533400" lvl="1" marL="91440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Char char="–"/>
              <a:defRPr/>
            </a:lvl2pPr>
            <a:lvl3pPr indent="-533400" lvl="2" marL="137160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Char char="•"/>
              <a:defRPr/>
            </a:lvl3pPr>
            <a:lvl4pPr indent="-533400" lvl="3" marL="182880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Char char="–"/>
              <a:defRPr/>
            </a:lvl4pPr>
            <a:lvl5pPr indent="-533400" lvl="4" marL="228600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Char char="»"/>
              <a:defRPr/>
            </a:lvl5pPr>
            <a:lvl6pPr indent="-533400" lvl="5" marL="27432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/>
            </a:lvl6pPr>
            <a:lvl7pPr indent="-533400" lvl="6" marL="32004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/>
            </a:lvl7pPr>
            <a:lvl8pPr indent="-533400" lvl="7" marL="36576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/>
            </a:lvl8pPr>
            <a:lvl9pPr indent="-533400" lvl="8" marL="41148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22818090" y="12666269"/>
            <a:ext cx="1463100" cy="10497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ctrTitle"/>
          </p:nvPr>
        </p:nvSpPr>
        <p:spPr>
          <a:xfrm>
            <a:off x="1828800" y="4260856"/>
            <a:ext cx="20726400" cy="29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243800" spcFirstLastPara="1" rIns="243800" wrap="square" tIns="1218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7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" type="subTitle"/>
          </p:nvPr>
        </p:nvSpPr>
        <p:spPr>
          <a:xfrm>
            <a:off x="1828800" y="7772400"/>
            <a:ext cx="20726400" cy="3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243800" spcFirstLastPara="1" rIns="243800" wrap="square" tIns="121875">
            <a:normAutofit/>
          </a:bodyPr>
          <a:lstStyle>
            <a:lvl1pPr lvl="0" algn="l">
              <a:spcBef>
                <a:spcPts val="1700"/>
              </a:spcBef>
              <a:spcAft>
                <a:spcPts val="0"/>
              </a:spcAft>
              <a:buClr>
                <a:schemeClr val="lt1"/>
              </a:buClr>
              <a:buSzPts val="85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1500"/>
              </a:spcBef>
              <a:spcAft>
                <a:spcPts val="0"/>
              </a:spcAft>
              <a:buClr>
                <a:srgbClr val="888888"/>
              </a:buClr>
              <a:buSzPts val="75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6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100"/>
              </a:spcBef>
              <a:spcAft>
                <a:spcPts val="0"/>
              </a:spcAft>
              <a:buClr>
                <a:srgbClr val="888888"/>
              </a:buClr>
              <a:buSzPts val="53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100"/>
              </a:spcBef>
              <a:spcAft>
                <a:spcPts val="0"/>
              </a:spcAft>
              <a:buClr>
                <a:srgbClr val="888888"/>
              </a:buClr>
              <a:buSzPts val="53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100"/>
              </a:spcBef>
              <a:spcAft>
                <a:spcPts val="0"/>
              </a:spcAft>
              <a:buClr>
                <a:srgbClr val="888888"/>
              </a:buClr>
              <a:buSzPts val="53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100"/>
              </a:spcBef>
              <a:spcAft>
                <a:spcPts val="0"/>
              </a:spcAft>
              <a:buClr>
                <a:srgbClr val="888888"/>
              </a:buClr>
              <a:buSzPts val="53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100"/>
              </a:spcBef>
              <a:spcAft>
                <a:spcPts val="0"/>
              </a:spcAft>
              <a:buClr>
                <a:srgbClr val="888888"/>
              </a:buClr>
              <a:buSzPts val="53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100"/>
              </a:spcBef>
              <a:spcAft>
                <a:spcPts val="0"/>
              </a:spcAft>
              <a:buClr>
                <a:srgbClr val="888888"/>
              </a:buClr>
              <a:buSzPts val="53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4" name="Google Shape;104;p21"/>
          <p:cNvSpPr txBox="1"/>
          <p:nvPr>
            <p:ph idx="12" type="sldNum"/>
          </p:nvPr>
        </p:nvSpPr>
        <p:spPr>
          <a:xfrm>
            <a:off x="22818090" y="12666269"/>
            <a:ext cx="1463100" cy="10497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type="title"/>
          </p:nvPr>
        </p:nvSpPr>
        <p:spPr>
          <a:xfrm>
            <a:off x="1926168" y="8813805"/>
            <a:ext cx="20726400" cy="3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243800" spcFirstLastPara="1" rIns="243800" wrap="square" tIns="1218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Font typeface="Arial"/>
              <a:buNone/>
              <a:defRPr b="1" sz="107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7" name="Google Shape;107;p22"/>
          <p:cNvSpPr txBox="1"/>
          <p:nvPr>
            <p:ph idx="1" type="body"/>
          </p:nvPr>
        </p:nvSpPr>
        <p:spPr>
          <a:xfrm>
            <a:off x="1926168" y="5813427"/>
            <a:ext cx="207264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875" lIns="243800" spcFirstLastPara="1" rIns="243800" wrap="square" tIns="121875">
            <a:normAutofit/>
          </a:bodyPr>
          <a:lstStyle>
            <a:lvl1pPr indent="-228600" lvl="0" marL="457200" algn="l"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5300"/>
              <a:buNone/>
              <a:defRPr sz="53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4800"/>
              <a:buNone/>
              <a:defRPr sz="4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4300"/>
              <a:buNone/>
              <a:defRPr sz="43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700"/>
              <a:buNone/>
              <a:defRPr sz="3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700"/>
              <a:buNone/>
              <a:defRPr sz="3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700"/>
              <a:buNone/>
              <a:defRPr sz="3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700"/>
              <a:buNone/>
              <a:defRPr sz="3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700"/>
              <a:buNone/>
              <a:defRPr sz="3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700"/>
              <a:buNone/>
              <a:defRPr sz="3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8" name="Google Shape;108;p22"/>
          <p:cNvSpPr txBox="1"/>
          <p:nvPr>
            <p:ph idx="12" type="sldNum"/>
          </p:nvPr>
        </p:nvSpPr>
        <p:spPr>
          <a:xfrm>
            <a:off x="22818090" y="12666269"/>
            <a:ext cx="1463100" cy="10497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"/>
          <p:cNvSpPr txBox="1"/>
          <p:nvPr>
            <p:ph type="title"/>
          </p:nvPr>
        </p:nvSpPr>
        <p:spPr>
          <a:xfrm>
            <a:off x="1219200" y="2184400"/>
            <a:ext cx="21945600" cy="22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243800" spcFirstLastPara="1" rIns="243800" wrap="square" tIns="1218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1219200" y="4622800"/>
            <a:ext cx="10769700" cy="85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243800" spcFirstLastPara="1" rIns="243800" wrap="square" tIns="121875">
            <a:normAutofit/>
          </a:bodyPr>
          <a:lstStyle>
            <a:lvl1pPr indent="-704850" lvl="0" marL="457200" algn="l"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7500"/>
              <a:buChar char="•"/>
              <a:defRPr sz="7500"/>
            </a:lvl1pPr>
            <a:lvl2pPr indent="-635000" lvl="1" marL="914400" algn="l"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6400"/>
              <a:buChar char="–"/>
              <a:defRPr sz="6400"/>
            </a:lvl2pPr>
            <a:lvl3pPr indent="-565150" lvl="2" marL="1371600" algn="l"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5300"/>
              <a:buChar char="•"/>
              <a:defRPr sz="5300"/>
            </a:lvl3pPr>
            <a:lvl4pPr indent="-533400" lvl="3" marL="182880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Char char="–"/>
              <a:defRPr sz="4800"/>
            </a:lvl4pPr>
            <a:lvl5pPr indent="-533400" lvl="4" marL="228600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Char char="»"/>
              <a:defRPr sz="4800"/>
            </a:lvl5pPr>
            <a:lvl6pPr indent="-533400" lvl="5" marL="27432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6pPr>
            <a:lvl7pPr indent="-533400" lvl="6" marL="32004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7pPr>
            <a:lvl8pPr indent="-533400" lvl="7" marL="36576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8pPr>
            <a:lvl9pPr indent="-533400" lvl="8" marL="41148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9pPr>
          </a:lstStyle>
          <a:p/>
        </p:txBody>
      </p:sp>
      <p:sp>
        <p:nvSpPr>
          <p:cNvPr id="112" name="Google Shape;112;p23"/>
          <p:cNvSpPr txBox="1"/>
          <p:nvPr>
            <p:ph idx="2" type="body"/>
          </p:nvPr>
        </p:nvSpPr>
        <p:spPr>
          <a:xfrm>
            <a:off x="12395200" y="4622800"/>
            <a:ext cx="10769700" cy="85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243800" spcFirstLastPara="1" rIns="243800" wrap="square" tIns="121875">
            <a:normAutofit/>
          </a:bodyPr>
          <a:lstStyle>
            <a:lvl1pPr indent="-704850" lvl="0" marL="457200" algn="l"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7500"/>
              <a:buChar char="•"/>
              <a:defRPr sz="7500"/>
            </a:lvl1pPr>
            <a:lvl2pPr indent="-635000" lvl="1" marL="914400" algn="l"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6400"/>
              <a:buChar char="–"/>
              <a:defRPr sz="6400"/>
            </a:lvl2pPr>
            <a:lvl3pPr indent="-565150" lvl="2" marL="1371600" algn="l"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5300"/>
              <a:buChar char="•"/>
              <a:defRPr sz="5300"/>
            </a:lvl3pPr>
            <a:lvl4pPr indent="-533400" lvl="3" marL="182880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Char char="–"/>
              <a:defRPr sz="4800"/>
            </a:lvl4pPr>
            <a:lvl5pPr indent="-533400" lvl="4" marL="228600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Char char="»"/>
              <a:defRPr sz="4800"/>
            </a:lvl5pPr>
            <a:lvl6pPr indent="-533400" lvl="5" marL="27432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6pPr>
            <a:lvl7pPr indent="-533400" lvl="6" marL="32004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7pPr>
            <a:lvl8pPr indent="-533400" lvl="7" marL="36576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8pPr>
            <a:lvl9pPr indent="-533400" lvl="8" marL="41148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9pPr>
          </a:lstStyle>
          <a:p/>
        </p:txBody>
      </p:sp>
      <p:sp>
        <p:nvSpPr>
          <p:cNvPr id="113" name="Google Shape;113;p23"/>
          <p:cNvSpPr txBox="1"/>
          <p:nvPr>
            <p:ph idx="12" type="sldNum"/>
          </p:nvPr>
        </p:nvSpPr>
        <p:spPr>
          <a:xfrm>
            <a:off x="22818090" y="12666269"/>
            <a:ext cx="1463100" cy="10497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 txBox="1"/>
          <p:nvPr>
            <p:ph type="title"/>
          </p:nvPr>
        </p:nvSpPr>
        <p:spPr>
          <a:xfrm>
            <a:off x="1219200" y="2184400"/>
            <a:ext cx="21945600" cy="22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243800" spcFirstLastPara="1" rIns="243800" wrap="square" tIns="1218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6" name="Google Shape;116;p24"/>
          <p:cNvSpPr txBox="1"/>
          <p:nvPr>
            <p:ph idx="12" type="sldNum"/>
          </p:nvPr>
        </p:nvSpPr>
        <p:spPr>
          <a:xfrm>
            <a:off x="22818090" y="12666269"/>
            <a:ext cx="1463100" cy="10497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5"/>
          <p:cNvSpPr txBox="1"/>
          <p:nvPr>
            <p:ph type="title"/>
          </p:nvPr>
        </p:nvSpPr>
        <p:spPr>
          <a:xfrm>
            <a:off x="1219211" y="2438400"/>
            <a:ext cx="8022300" cy="23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875" lIns="243800" spcFirstLastPara="1" rIns="243800" wrap="square" tIns="1218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None/>
              <a:defRPr b="1" sz="53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9" name="Google Shape;119;p25"/>
          <p:cNvSpPr txBox="1"/>
          <p:nvPr>
            <p:ph idx="1" type="body"/>
          </p:nvPr>
        </p:nvSpPr>
        <p:spPr>
          <a:xfrm>
            <a:off x="9533467" y="2438403"/>
            <a:ext cx="13631100" cy="105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243800" spcFirstLastPara="1" rIns="243800" wrap="square" tIns="121875">
            <a:normAutofit/>
          </a:bodyPr>
          <a:lstStyle>
            <a:lvl1pPr indent="-768350" lvl="0" marL="457200" algn="l">
              <a:spcBef>
                <a:spcPts val="1700"/>
              </a:spcBef>
              <a:spcAft>
                <a:spcPts val="0"/>
              </a:spcAft>
              <a:buClr>
                <a:schemeClr val="lt1"/>
              </a:buClr>
              <a:buSzPts val="8500"/>
              <a:buChar char="•"/>
              <a:defRPr sz="8500"/>
            </a:lvl1pPr>
            <a:lvl2pPr indent="-704850" lvl="1" marL="914400" algn="l"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7500"/>
              <a:buChar char="–"/>
              <a:defRPr sz="7500"/>
            </a:lvl2pPr>
            <a:lvl3pPr indent="-635000" lvl="2" marL="1371600" algn="l"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6400"/>
              <a:buChar char="•"/>
              <a:defRPr sz="6400"/>
            </a:lvl3pPr>
            <a:lvl4pPr indent="-565150" lvl="3" marL="1828800" algn="l"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5300"/>
              <a:buChar char="–"/>
              <a:defRPr sz="5300"/>
            </a:lvl4pPr>
            <a:lvl5pPr indent="-565150" lvl="4" marL="2286000" algn="l"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5300"/>
              <a:buChar char="»"/>
              <a:defRPr sz="5300"/>
            </a:lvl5pPr>
            <a:lvl6pPr indent="-565150" lvl="5" marL="274320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300"/>
              <a:buChar char="•"/>
              <a:defRPr sz="5300"/>
            </a:lvl6pPr>
            <a:lvl7pPr indent="-565150" lvl="6" marL="320040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300"/>
              <a:buChar char="•"/>
              <a:defRPr sz="5300"/>
            </a:lvl7pPr>
            <a:lvl8pPr indent="-565150" lvl="7" marL="365760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300"/>
              <a:buChar char="•"/>
              <a:defRPr sz="5300"/>
            </a:lvl8pPr>
            <a:lvl9pPr indent="-565150" lvl="8" marL="411480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300"/>
              <a:buChar char="•"/>
              <a:defRPr sz="5300"/>
            </a:lvl9pPr>
          </a:lstStyle>
          <a:p/>
        </p:txBody>
      </p:sp>
      <p:sp>
        <p:nvSpPr>
          <p:cNvPr id="120" name="Google Shape;120;p25"/>
          <p:cNvSpPr txBox="1"/>
          <p:nvPr>
            <p:ph idx="2" type="body"/>
          </p:nvPr>
        </p:nvSpPr>
        <p:spPr>
          <a:xfrm>
            <a:off x="1219211" y="4943477"/>
            <a:ext cx="8022300" cy="80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243800" spcFirstLastPara="1" rIns="243800" wrap="square" tIns="121875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 sz="37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21" name="Google Shape;121;p25"/>
          <p:cNvSpPr txBox="1"/>
          <p:nvPr>
            <p:ph idx="12" type="sldNum"/>
          </p:nvPr>
        </p:nvSpPr>
        <p:spPr>
          <a:xfrm>
            <a:off x="22818090" y="12666269"/>
            <a:ext cx="1463100" cy="10497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6"/>
          <p:cNvSpPr txBox="1"/>
          <p:nvPr>
            <p:ph type="title"/>
          </p:nvPr>
        </p:nvSpPr>
        <p:spPr>
          <a:xfrm>
            <a:off x="4779435" y="10414003"/>
            <a:ext cx="14630400" cy="1133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875" lIns="243800" spcFirstLastPara="1" rIns="243800" wrap="square" tIns="1218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None/>
              <a:defRPr b="1" sz="53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24" name="Google Shape;124;p26"/>
          <p:cNvSpPr/>
          <p:nvPr>
            <p:ph idx="2" type="pic"/>
          </p:nvPr>
        </p:nvSpPr>
        <p:spPr>
          <a:xfrm>
            <a:off x="4779435" y="2038349"/>
            <a:ext cx="14630400" cy="82296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6"/>
          <p:cNvSpPr txBox="1"/>
          <p:nvPr>
            <p:ph idx="1" type="body"/>
          </p:nvPr>
        </p:nvSpPr>
        <p:spPr>
          <a:xfrm>
            <a:off x="4779435" y="11547477"/>
            <a:ext cx="14630400" cy="16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243800" spcFirstLastPara="1" rIns="243800" wrap="square" tIns="121875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Clr>
                <a:srgbClr val="3F3F3F"/>
              </a:buClr>
              <a:buSzPts val="3700"/>
              <a:buNone/>
              <a:defRPr sz="37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26" name="Google Shape;126;p26"/>
          <p:cNvSpPr txBox="1"/>
          <p:nvPr>
            <p:ph idx="12" type="sldNum"/>
          </p:nvPr>
        </p:nvSpPr>
        <p:spPr>
          <a:xfrm>
            <a:off x="22818090" y="12666269"/>
            <a:ext cx="1463100" cy="10497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Autofit/>
          </a:bodyPr>
          <a:lstStyle>
            <a:lvl1pPr lvl="0">
              <a:buNone/>
              <a:defRPr>
                <a:solidFill>
                  <a:srgbClr val="3F3F3F"/>
                </a:solidFill>
              </a:defRPr>
            </a:lvl1pPr>
            <a:lvl2pPr lvl="1">
              <a:buNone/>
              <a:defRPr>
                <a:solidFill>
                  <a:srgbClr val="3F3F3F"/>
                </a:solidFill>
              </a:defRPr>
            </a:lvl2pPr>
            <a:lvl3pPr lvl="2">
              <a:buNone/>
              <a:defRPr>
                <a:solidFill>
                  <a:srgbClr val="3F3F3F"/>
                </a:solidFill>
              </a:defRPr>
            </a:lvl3pPr>
            <a:lvl4pPr lvl="3">
              <a:buNone/>
              <a:defRPr>
                <a:solidFill>
                  <a:srgbClr val="3F3F3F"/>
                </a:solidFill>
              </a:defRPr>
            </a:lvl4pPr>
            <a:lvl5pPr lvl="4">
              <a:buNone/>
              <a:defRPr>
                <a:solidFill>
                  <a:srgbClr val="3F3F3F"/>
                </a:solidFill>
              </a:defRPr>
            </a:lvl5pPr>
            <a:lvl6pPr lvl="5">
              <a:buNone/>
              <a:defRPr>
                <a:solidFill>
                  <a:srgbClr val="3F3F3F"/>
                </a:solidFill>
              </a:defRPr>
            </a:lvl6pPr>
            <a:lvl7pPr lvl="6">
              <a:buNone/>
              <a:defRPr>
                <a:solidFill>
                  <a:srgbClr val="3F3F3F"/>
                </a:solidFill>
              </a:defRPr>
            </a:lvl7pPr>
            <a:lvl8pPr lvl="7">
              <a:buNone/>
              <a:defRPr>
                <a:solidFill>
                  <a:srgbClr val="3F3F3F"/>
                </a:solidFill>
              </a:defRPr>
            </a:lvl8pPr>
            <a:lvl9pPr lvl="8">
              <a:buNone/>
              <a:defRPr>
                <a:solidFill>
                  <a:srgbClr val="3F3F3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7"/>
          <p:cNvSpPr txBox="1"/>
          <p:nvPr>
            <p:ph idx="1" type="body"/>
          </p:nvPr>
        </p:nvSpPr>
        <p:spPr>
          <a:xfrm>
            <a:off x="5080004" y="5334007"/>
            <a:ext cx="18226500" cy="68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243800" spcFirstLastPara="1" rIns="243800" wrap="square" tIns="121875">
            <a:normAutofit/>
          </a:bodyPr>
          <a:lstStyle>
            <a:lvl1pPr indent="-533400" lvl="0" marL="45720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Char char="•"/>
              <a:defRPr/>
            </a:lvl1pPr>
            <a:lvl2pPr indent="-533400" lvl="1" marL="91440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Char char="–"/>
              <a:defRPr/>
            </a:lvl2pPr>
            <a:lvl3pPr indent="-533400" lvl="2" marL="137160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Char char="•"/>
              <a:defRPr/>
            </a:lvl3pPr>
            <a:lvl4pPr indent="-533400" lvl="3" marL="182880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Char char="–"/>
              <a:defRPr/>
            </a:lvl4pPr>
            <a:lvl5pPr indent="-533400" lvl="4" marL="228600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Char char="»"/>
              <a:defRPr/>
            </a:lvl5pPr>
            <a:lvl6pPr indent="-533400" lvl="5" marL="27432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/>
            </a:lvl6pPr>
            <a:lvl7pPr indent="-533400" lvl="6" marL="32004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/>
            </a:lvl7pPr>
            <a:lvl8pPr indent="-533400" lvl="7" marL="36576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/>
            </a:lvl8pPr>
            <a:lvl9pPr indent="-533400" lvl="8" marL="41148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/>
            </a:lvl9pPr>
          </a:lstStyle>
          <a:p/>
        </p:txBody>
      </p:sp>
      <p:sp>
        <p:nvSpPr>
          <p:cNvPr id="129" name="Google Shape;129;p27"/>
          <p:cNvSpPr txBox="1"/>
          <p:nvPr>
            <p:ph type="title"/>
          </p:nvPr>
        </p:nvSpPr>
        <p:spPr>
          <a:xfrm>
            <a:off x="1219200" y="2184400"/>
            <a:ext cx="21945600" cy="22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243800" spcFirstLastPara="1" rIns="243800" wrap="square" tIns="1218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0" name="Google Shape;130;p27"/>
          <p:cNvSpPr txBox="1"/>
          <p:nvPr>
            <p:ph idx="12" type="sldNum"/>
          </p:nvPr>
        </p:nvSpPr>
        <p:spPr>
          <a:xfrm>
            <a:off x="22818090" y="12666269"/>
            <a:ext cx="1463100" cy="10497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/>
          <p:nvPr>
            <p:ph type="title"/>
          </p:nvPr>
        </p:nvSpPr>
        <p:spPr>
          <a:xfrm>
            <a:off x="1926168" y="8813803"/>
            <a:ext cx="20726400" cy="27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243800" spcFirstLastPara="1" rIns="243800" wrap="square" tIns="1218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700"/>
              <a:buFont typeface="Arial"/>
              <a:buNone/>
              <a:defRPr b="1" sz="10700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6" name="Google Shape;136;p29"/>
          <p:cNvSpPr txBox="1"/>
          <p:nvPr>
            <p:ph idx="1" type="body"/>
          </p:nvPr>
        </p:nvSpPr>
        <p:spPr>
          <a:xfrm>
            <a:off x="1926168" y="5813427"/>
            <a:ext cx="207264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875" lIns="243800" spcFirstLastPara="1" rIns="243800" wrap="square" tIns="121875">
            <a:normAutofit/>
          </a:bodyPr>
          <a:lstStyle>
            <a:lvl1pPr indent="-228600" lvl="0" marL="457200" algn="l">
              <a:spcBef>
                <a:spcPts val="1100"/>
              </a:spcBef>
              <a:spcAft>
                <a:spcPts val="0"/>
              </a:spcAft>
              <a:buClr>
                <a:schemeClr val="lt2"/>
              </a:buClr>
              <a:buSzPts val="5300"/>
              <a:buNone/>
              <a:defRPr sz="53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Clr>
                <a:srgbClr val="D19888"/>
              </a:buClr>
              <a:buSzPts val="4800"/>
              <a:buNone/>
              <a:defRPr sz="4800">
                <a:solidFill>
                  <a:srgbClr val="D19888"/>
                </a:solidFill>
              </a:defRPr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Clr>
                <a:srgbClr val="D19888"/>
              </a:buClr>
              <a:buSzPts val="4300"/>
              <a:buNone/>
              <a:defRPr sz="4300">
                <a:solidFill>
                  <a:srgbClr val="D19888"/>
                </a:solidFill>
              </a:defRPr>
            </a:lvl3pPr>
            <a:lvl4pPr indent="-228600" lvl="3" marL="1828800" algn="l">
              <a:spcBef>
                <a:spcPts val="700"/>
              </a:spcBef>
              <a:spcAft>
                <a:spcPts val="0"/>
              </a:spcAft>
              <a:buClr>
                <a:srgbClr val="D19888"/>
              </a:buClr>
              <a:buSzPts val="3700"/>
              <a:buNone/>
              <a:defRPr sz="3700">
                <a:solidFill>
                  <a:srgbClr val="D19888"/>
                </a:solidFill>
              </a:defRPr>
            </a:lvl4pPr>
            <a:lvl5pPr indent="-228600" lvl="4" marL="2286000" algn="l">
              <a:spcBef>
                <a:spcPts val="700"/>
              </a:spcBef>
              <a:spcAft>
                <a:spcPts val="0"/>
              </a:spcAft>
              <a:buClr>
                <a:srgbClr val="D19888"/>
              </a:buClr>
              <a:buSzPts val="3700"/>
              <a:buNone/>
              <a:defRPr sz="3700">
                <a:solidFill>
                  <a:srgbClr val="D19888"/>
                </a:solidFill>
              </a:defRPr>
            </a:lvl5pPr>
            <a:lvl6pPr indent="-228600" lvl="5" marL="2743200" algn="l">
              <a:spcBef>
                <a:spcPts val="700"/>
              </a:spcBef>
              <a:spcAft>
                <a:spcPts val="0"/>
              </a:spcAft>
              <a:buClr>
                <a:srgbClr val="D19888"/>
              </a:buClr>
              <a:buSzPts val="3700"/>
              <a:buNone/>
              <a:defRPr sz="3700">
                <a:solidFill>
                  <a:srgbClr val="D19888"/>
                </a:solidFill>
              </a:defRPr>
            </a:lvl6pPr>
            <a:lvl7pPr indent="-228600" lvl="6" marL="3200400" algn="l">
              <a:spcBef>
                <a:spcPts val="700"/>
              </a:spcBef>
              <a:spcAft>
                <a:spcPts val="0"/>
              </a:spcAft>
              <a:buClr>
                <a:srgbClr val="D19888"/>
              </a:buClr>
              <a:buSzPts val="3700"/>
              <a:buNone/>
              <a:defRPr sz="3700">
                <a:solidFill>
                  <a:srgbClr val="D19888"/>
                </a:solidFill>
              </a:defRPr>
            </a:lvl7pPr>
            <a:lvl8pPr indent="-228600" lvl="7" marL="3657600" algn="l">
              <a:spcBef>
                <a:spcPts val="700"/>
              </a:spcBef>
              <a:spcAft>
                <a:spcPts val="0"/>
              </a:spcAft>
              <a:buClr>
                <a:srgbClr val="D19888"/>
              </a:buClr>
              <a:buSzPts val="3700"/>
              <a:buNone/>
              <a:defRPr sz="3700">
                <a:solidFill>
                  <a:srgbClr val="D19888"/>
                </a:solidFill>
              </a:defRPr>
            </a:lvl8pPr>
            <a:lvl9pPr indent="-228600" lvl="8" marL="4114800" algn="l">
              <a:spcBef>
                <a:spcPts val="700"/>
              </a:spcBef>
              <a:spcAft>
                <a:spcPts val="0"/>
              </a:spcAft>
              <a:buClr>
                <a:srgbClr val="D19888"/>
              </a:buClr>
              <a:buSzPts val="3700"/>
              <a:buNone/>
              <a:defRPr sz="3700">
                <a:solidFill>
                  <a:srgbClr val="D19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/>
          <p:nvPr>
            <p:ph type="title"/>
          </p:nvPr>
        </p:nvSpPr>
        <p:spPr>
          <a:xfrm>
            <a:off x="1219200" y="1828800"/>
            <a:ext cx="21945600" cy="22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243800" spcFirstLastPara="1" rIns="243800" wrap="square" tIns="1218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9" name="Google Shape;139;p30"/>
          <p:cNvSpPr txBox="1"/>
          <p:nvPr>
            <p:ph idx="1" type="body"/>
          </p:nvPr>
        </p:nvSpPr>
        <p:spPr>
          <a:xfrm>
            <a:off x="1219200" y="4486656"/>
            <a:ext cx="21945600" cy="77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243800" spcFirstLastPara="1" rIns="243800" wrap="square" tIns="121875">
            <a:normAutofit/>
          </a:bodyPr>
          <a:lstStyle>
            <a:lvl1pPr indent="-533400" lvl="0" marL="457200" algn="l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4800"/>
              <a:buChar char="•"/>
              <a:defRPr/>
            </a:lvl1pPr>
            <a:lvl2pPr indent="-533400" lvl="1" marL="914400" algn="l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4800"/>
              <a:buChar char="–"/>
              <a:defRPr/>
            </a:lvl2pPr>
            <a:lvl3pPr indent="-533400" lvl="2" marL="1371600" algn="l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4800"/>
              <a:buChar char="•"/>
              <a:defRPr/>
            </a:lvl3pPr>
            <a:lvl4pPr indent="-533400" lvl="3" marL="1828800" algn="l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4800"/>
              <a:buChar char="–"/>
              <a:defRPr/>
            </a:lvl4pPr>
            <a:lvl5pPr indent="-533400" lvl="4" marL="2286000" algn="l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4800"/>
              <a:buChar char="»"/>
              <a:defRPr/>
            </a:lvl5pPr>
            <a:lvl6pPr indent="-533400" lvl="5" marL="27432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/>
            </a:lvl6pPr>
            <a:lvl7pPr indent="-533400" lvl="6" marL="32004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/>
            </a:lvl7pPr>
            <a:lvl8pPr indent="-533400" lvl="7" marL="36576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/>
            </a:lvl8pPr>
            <a:lvl9pPr indent="-533400" lvl="8" marL="41148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type="ctrTitle"/>
          </p:nvPr>
        </p:nvSpPr>
        <p:spPr>
          <a:xfrm>
            <a:off x="1828800" y="4260851"/>
            <a:ext cx="20726400" cy="29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243800" spcFirstLastPara="1" rIns="243800" wrap="square" tIns="1218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42" name="Google Shape;142;p31"/>
          <p:cNvSpPr txBox="1"/>
          <p:nvPr>
            <p:ph idx="1" type="subTitle"/>
          </p:nvPr>
        </p:nvSpPr>
        <p:spPr>
          <a:xfrm>
            <a:off x="3657600" y="7772400"/>
            <a:ext cx="17068800" cy="3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243800" spcFirstLastPara="1" rIns="243800" wrap="square" tIns="121875">
            <a:normAutofit/>
          </a:bodyPr>
          <a:lstStyle>
            <a:lvl1pPr lvl="0" algn="ctr">
              <a:spcBef>
                <a:spcPts val="1700"/>
              </a:spcBef>
              <a:spcAft>
                <a:spcPts val="0"/>
              </a:spcAft>
              <a:buClr>
                <a:schemeClr val="lt2"/>
              </a:buClr>
              <a:buSzPts val="85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1500"/>
              </a:spcBef>
              <a:spcAft>
                <a:spcPts val="0"/>
              </a:spcAft>
              <a:buClr>
                <a:srgbClr val="D19888"/>
              </a:buClr>
              <a:buSzPts val="7500"/>
              <a:buNone/>
              <a:defRPr>
                <a:solidFill>
                  <a:srgbClr val="D19888"/>
                </a:solidFill>
              </a:defRPr>
            </a:lvl2pPr>
            <a:lvl3pPr lvl="2" algn="ctr">
              <a:spcBef>
                <a:spcPts val="1300"/>
              </a:spcBef>
              <a:spcAft>
                <a:spcPts val="0"/>
              </a:spcAft>
              <a:buClr>
                <a:srgbClr val="D19888"/>
              </a:buClr>
              <a:buSzPts val="6400"/>
              <a:buNone/>
              <a:defRPr>
                <a:solidFill>
                  <a:srgbClr val="D19888"/>
                </a:solidFill>
              </a:defRPr>
            </a:lvl3pPr>
            <a:lvl4pPr lvl="3" algn="ctr">
              <a:spcBef>
                <a:spcPts val="1100"/>
              </a:spcBef>
              <a:spcAft>
                <a:spcPts val="0"/>
              </a:spcAft>
              <a:buClr>
                <a:srgbClr val="D19888"/>
              </a:buClr>
              <a:buSzPts val="5300"/>
              <a:buNone/>
              <a:defRPr>
                <a:solidFill>
                  <a:srgbClr val="D19888"/>
                </a:solidFill>
              </a:defRPr>
            </a:lvl4pPr>
            <a:lvl5pPr lvl="4" algn="ctr">
              <a:spcBef>
                <a:spcPts val="1100"/>
              </a:spcBef>
              <a:spcAft>
                <a:spcPts val="0"/>
              </a:spcAft>
              <a:buClr>
                <a:srgbClr val="D19888"/>
              </a:buClr>
              <a:buSzPts val="5300"/>
              <a:buNone/>
              <a:defRPr>
                <a:solidFill>
                  <a:srgbClr val="D19888"/>
                </a:solidFill>
              </a:defRPr>
            </a:lvl5pPr>
            <a:lvl6pPr lvl="5" algn="ctr">
              <a:spcBef>
                <a:spcPts val="1100"/>
              </a:spcBef>
              <a:spcAft>
                <a:spcPts val="0"/>
              </a:spcAft>
              <a:buClr>
                <a:srgbClr val="D19888"/>
              </a:buClr>
              <a:buSzPts val="5300"/>
              <a:buNone/>
              <a:defRPr>
                <a:solidFill>
                  <a:srgbClr val="D19888"/>
                </a:solidFill>
              </a:defRPr>
            </a:lvl6pPr>
            <a:lvl7pPr lvl="6" algn="ctr">
              <a:spcBef>
                <a:spcPts val="1100"/>
              </a:spcBef>
              <a:spcAft>
                <a:spcPts val="0"/>
              </a:spcAft>
              <a:buClr>
                <a:srgbClr val="D19888"/>
              </a:buClr>
              <a:buSzPts val="5300"/>
              <a:buNone/>
              <a:defRPr>
                <a:solidFill>
                  <a:srgbClr val="D19888"/>
                </a:solidFill>
              </a:defRPr>
            </a:lvl7pPr>
            <a:lvl8pPr lvl="7" algn="ctr">
              <a:spcBef>
                <a:spcPts val="1100"/>
              </a:spcBef>
              <a:spcAft>
                <a:spcPts val="0"/>
              </a:spcAft>
              <a:buClr>
                <a:srgbClr val="D19888"/>
              </a:buClr>
              <a:buSzPts val="5300"/>
              <a:buNone/>
              <a:defRPr>
                <a:solidFill>
                  <a:srgbClr val="D19888"/>
                </a:solidFill>
              </a:defRPr>
            </a:lvl8pPr>
            <a:lvl9pPr lvl="8" algn="ctr">
              <a:spcBef>
                <a:spcPts val="1100"/>
              </a:spcBef>
              <a:spcAft>
                <a:spcPts val="0"/>
              </a:spcAft>
              <a:buClr>
                <a:srgbClr val="D19888"/>
              </a:buClr>
              <a:buSzPts val="5300"/>
              <a:buNone/>
              <a:defRPr>
                <a:solidFill>
                  <a:srgbClr val="D19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2"/>
          <p:cNvSpPr txBox="1"/>
          <p:nvPr>
            <p:ph type="title"/>
          </p:nvPr>
        </p:nvSpPr>
        <p:spPr>
          <a:xfrm>
            <a:off x="1219200" y="1828800"/>
            <a:ext cx="21945600" cy="22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243800" spcFirstLastPara="1" rIns="243800" wrap="square" tIns="1218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45" name="Google Shape;145;p32"/>
          <p:cNvSpPr txBox="1"/>
          <p:nvPr>
            <p:ph idx="1" type="body"/>
          </p:nvPr>
        </p:nvSpPr>
        <p:spPr>
          <a:xfrm>
            <a:off x="1219200" y="4486656"/>
            <a:ext cx="10769700" cy="82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243800" spcFirstLastPara="1" rIns="243800" wrap="square" tIns="121875">
            <a:normAutofit/>
          </a:bodyPr>
          <a:lstStyle>
            <a:lvl1pPr indent="-704850" lvl="0" marL="457200" algn="l">
              <a:spcBef>
                <a:spcPts val="1500"/>
              </a:spcBef>
              <a:spcAft>
                <a:spcPts val="0"/>
              </a:spcAft>
              <a:buClr>
                <a:schemeClr val="lt2"/>
              </a:buClr>
              <a:buSzPts val="7500"/>
              <a:buChar char="•"/>
              <a:defRPr sz="7500"/>
            </a:lvl1pPr>
            <a:lvl2pPr indent="-635000" lvl="1" marL="914400" algn="l">
              <a:spcBef>
                <a:spcPts val="1300"/>
              </a:spcBef>
              <a:spcAft>
                <a:spcPts val="0"/>
              </a:spcAft>
              <a:buClr>
                <a:schemeClr val="lt2"/>
              </a:buClr>
              <a:buSzPts val="6400"/>
              <a:buChar char="–"/>
              <a:defRPr sz="6400"/>
            </a:lvl2pPr>
            <a:lvl3pPr indent="-565150" lvl="2" marL="1371600" algn="l">
              <a:spcBef>
                <a:spcPts val="1100"/>
              </a:spcBef>
              <a:spcAft>
                <a:spcPts val="0"/>
              </a:spcAft>
              <a:buClr>
                <a:schemeClr val="lt2"/>
              </a:buClr>
              <a:buSzPts val="5300"/>
              <a:buChar char="•"/>
              <a:defRPr sz="5300"/>
            </a:lvl3pPr>
            <a:lvl4pPr indent="-533400" lvl="3" marL="1828800" algn="l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4800"/>
              <a:buChar char="–"/>
              <a:defRPr sz="4800"/>
            </a:lvl4pPr>
            <a:lvl5pPr indent="-533400" lvl="4" marL="2286000" algn="l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4800"/>
              <a:buChar char="»"/>
              <a:defRPr sz="4800"/>
            </a:lvl5pPr>
            <a:lvl6pPr indent="-533400" lvl="5" marL="27432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6pPr>
            <a:lvl7pPr indent="-533400" lvl="6" marL="32004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7pPr>
            <a:lvl8pPr indent="-533400" lvl="7" marL="36576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8pPr>
            <a:lvl9pPr indent="-533400" lvl="8" marL="41148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9pPr>
          </a:lstStyle>
          <a:p/>
        </p:txBody>
      </p:sp>
      <p:sp>
        <p:nvSpPr>
          <p:cNvPr id="146" name="Google Shape;146;p32"/>
          <p:cNvSpPr txBox="1"/>
          <p:nvPr>
            <p:ph idx="2" type="body"/>
          </p:nvPr>
        </p:nvSpPr>
        <p:spPr>
          <a:xfrm>
            <a:off x="12395200" y="4486656"/>
            <a:ext cx="10769700" cy="82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243800" spcFirstLastPara="1" rIns="243800" wrap="square" tIns="121875">
            <a:normAutofit/>
          </a:bodyPr>
          <a:lstStyle>
            <a:lvl1pPr indent="-704850" lvl="0" marL="457200" algn="l">
              <a:spcBef>
                <a:spcPts val="1500"/>
              </a:spcBef>
              <a:spcAft>
                <a:spcPts val="0"/>
              </a:spcAft>
              <a:buClr>
                <a:schemeClr val="lt2"/>
              </a:buClr>
              <a:buSzPts val="7500"/>
              <a:buChar char="•"/>
              <a:defRPr sz="7500"/>
            </a:lvl1pPr>
            <a:lvl2pPr indent="-635000" lvl="1" marL="914400" algn="l">
              <a:spcBef>
                <a:spcPts val="1300"/>
              </a:spcBef>
              <a:spcAft>
                <a:spcPts val="0"/>
              </a:spcAft>
              <a:buClr>
                <a:schemeClr val="lt2"/>
              </a:buClr>
              <a:buSzPts val="6400"/>
              <a:buChar char="–"/>
              <a:defRPr sz="6400"/>
            </a:lvl2pPr>
            <a:lvl3pPr indent="-565150" lvl="2" marL="1371600" algn="l">
              <a:spcBef>
                <a:spcPts val="1100"/>
              </a:spcBef>
              <a:spcAft>
                <a:spcPts val="0"/>
              </a:spcAft>
              <a:buClr>
                <a:schemeClr val="lt2"/>
              </a:buClr>
              <a:buSzPts val="5300"/>
              <a:buChar char="•"/>
              <a:defRPr sz="5300"/>
            </a:lvl3pPr>
            <a:lvl4pPr indent="-533400" lvl="3" marL="1828800" algn="l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4800"/>
              <a:buChar char="–"/>
              <a:defRPr sz="4800"/>
            </a:lvl4pPr>
            <a:lvl5pPr indent="-533400" lvl="4" marL="2286000" algn="l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4800"/>
              <a:buChar char="»"/>
              <a:defRPr sz="4800"/>
            </a:lvl5pPr>
            <a:lvl6pPr indent="-533400" lvl="5" marL="27432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6pPr>
            <a:lvl7pPr indent="-533400" lvl="6" marL="32004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7pPr>
            <a:lvl8pPr indent="-533400" lvl="7" marL="36576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8pPr>
            <a:lvl9pPr indent="-533400" lvl="8" marL="41148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3"/>
          <p:cNvSpPr txBox="1"/>
          <p:nvPr>
            <p:ph type="title"/>
          </p:nvPr>
        </p:nvSpPr>
        <p:spPr>
          <a:xfrm>
            <a:off x="1121835" y="1710693"/>
            <a:ext cx="8022300" cy="23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875" lIns="243800" spcFirstLastPara="1" rIns="243800" wrap="square" tIns="1218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300"/>
              <a:buFont typeface="Arial"/>
              <a:buNone/>
              <a:defRPr b="1" sz="53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49" name="Google Shape;149;p33"/>
          <p:cNvSpPr txBox="1"/>
          <p:nvPr>
            <p:ph idx="1" type="body"/>
          </p:nvPr>
        </p:nvSpPr>
        <p:spPr>
          <a:xfrm>
            <a:off x="9533467" y="2455691"/>
            <a:ext cx="13631100" cy="108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243800" spcFirstLastPara="1" rIns="243800" wrap="square" tIns="121875">
            <a:normAutofit/>
          </a:bodyPr>
          <a:lstStyle>
            <a:lvl1pPr indent="-768350" lvl="0" marL="457200" algn="l">
              <a:spcBef>
                <a:spcPts val="1700"/>
              </a:spcBef>
              <a:spcAft>
                <a:spcPts val="0"/>
              </a:spcAft>
              <a:buClr>
                <a:schemeClr val="lt2"/>
              </a:buClr>
              <a:buSzPts val="8500"/>
              <a:buChar char="•"/>
              <a:defRPr sz="8500"/>
            </a:lvl1pPr>
            <a:lvl2pPr indent="-704850" lvl="1" marL="914400" algn="l">
              <a:spcBef>
                <a:spcPts val="1500"/>
              </a:spcBef>
              <a:spcAft>
                <a:spcPts val="0"/>
              </a:spcAft>
              <a:buClr>
                <a:schemeClr val="lt2"/>
              </a:buClr>
              <a:buSzPts val="7500"/>
              <a:buChar char="–"/>
              <a:defRPr sz="7500"/>
            </a:lvl2pPr>
            <a:lvl3pPr indent="-635000" lvl="2" marL="1371600" algn="l">
              <a:spcBef>
                <a:spcPts val="1300"/>
              </a:spcBef>
              <a:spcAft>
                <a:spcPts val="0"/>
              </a:spcAft>
              <a:buClr>
                <a:schemeClr val="lt2"/>
              </a:buClr>
              <a:buSzPts val="6400"/>
              <a:buChar char="•"/>
              <a:defRPr sz="6400"/>
            </a:lvl3pPr>
            <a:lvl4pPr indent="-565150" lvl="3" marL="1828800" algn="l">
              <a:spcBef>
                <a:spcPts val="1100"/>
              </a:spcBef>
              <a:spcAft>
                <a:spcPts val="0"/>
              </a:spcAft>
              <a:buClr>
                <a:schemeClr val="lt2"/>
              </a:buClr>
              <a:buSzPts val="5300"/>
              <a:buChar char="–"/>
              <a:defRPr sz="5300"/>
            </a:lvl4pPr>
            <a:lvl5pPr indent="-565150" lvl="4" marL="2286000" algn="l">
              <a:spcBef>
                <a:spcPts val="1100"/>
              </a:spcBef>
              <a:spcAft>
                <a:spcPts val="0"/>
              </a:spcAft>
              <a:buClr>
                <a:schemeClr val="lt2"/>
              </a:buClr>
              <a:buSzPts val="5300"/>
              <a:buChar char="»"/>
              <a:defRPr sz="5300"/>
            </a:lvl5pPr>
            <a:lvl6pPr indent="-565150" lvl="5" marL="274320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300"/>
              <a:buChar char="•"/>
              <a:defRPr sz="5300"/>
            </a:lvl6pPr>
            <a:lvl7pPr indent="-565150" lvl="6" marL="320040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300"/>
              <a:buChar char="•"/>
              <a:defRPr sz="5300"/>
            </a:lvl7pPr>
            <a:lvl8pPr indent="-565150" lvl="7" marL="365760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300"/>
              <a:buChar char="•"/>
              <a:defRPr sz="5300"/>
            </a:lvl8pPr>
            <a:lvl9pPr indent="-565150" lvl="8" marL="411480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300"/>
              <a:buChar char="•"/>
              <a:defRPr sz="5300"/>
            </a:lvl9pPr>
          </a:lstStyle>
          <a:p/>
        </p:txBody>
      </p:sp>
      <p:sp>
        <p:nvSpPr>
          <p:cNvPr id="150" name="Google Shape;150;p33"/>
          <p:cNvSpPr txBox="1"/>
          <p:nvPr>
            <p:ph idx="2" type="body"/>
          </p:nvPr>
        </p:nvSpPr>
        <p:spPr>
          <a:xfrm>
            <a:off x="1121835" y="4271011"/>
            <a:ext cx="8022300" cy="83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243800" spcFirstLastPara="1" rIns="243800" wrap="square" tIns="121875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3700"/>
              <a:buNone/>
              <a:defRPr sz="37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700"/>
              <a:buNone/>
              <a:defRPr sz="27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4"/>
          <p:cNvSpPr txBox="1"/>
          <p:nvPr>
            <p:ph type="title"/>
          </p:nvPr>
        </p:nvSpPr>
        <p:spPr>
          <a:xfrm>
            <a:off x="4779435" y="10210800"/>
            <a:ext cx="14630400" cy="113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875" lIns="243800" spcFirstLastPara="1" rIns="243800" wrap="square" tIns="1218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300"/>
              <a:buFont typeface="Arial"/>
              <a:buNone/>
              <a:defRPr b="1" sz="53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53" name="Google Shape;153;p34"/>
          <p:cNvSpPr/>
          <p:nvPr>
            <p:ph idx="2" type="pic"/>
          </p:nvPr>
        </p:nvSpPr>
        <p:spPr>
          <a:xfrm>
            <a:off x="4779435" y="1828800"/>
            <a:ext cx="14630400" cy="8229600"/>
          </a:xfrm>
          <a:prstGeom prst="rect">
            <a:avLst/>
          </a:prstGeom>
          <a:noFill/>
          <a:ln>
            <a:noFill/>
          </a:ln>
        </p:spPr>
      </p:sp>
      <p:sp>
        <p:nvSpPr>
          <p:cNvPr id="154" name="Google Shape;154;p34"/>
          <p:cNvSpPr txBox="1"/>
          <p:nvPr>
            <p:ph idx="1" type="body"/>
          </p:nvPr>
        </p:nvSpPr>
        <p:spPr>
          <a:xfrm>
            <a:off x="4779435" y="11346179"/>
            <a:ext cx="14630400" cy="16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243800" spcFirstLastPara="1" rIns="243800" wrap="square" tIns="121875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3700"/>
              <a:buNone/>
              <a:defRPr sz="37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700"/>
              <a:buNone/>
              <a:defRPr sz="27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0" Type="http://schemas.openxmlformats.org/officeDocument/2006/relationships/theme" Target="../theme/theme4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10.jpg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400667" y="1535867"/>
            <a:ext cx="16857600" cy="16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Raleway"/>
              <a:buNone/>
              <a:defRPr b="1" sz="8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Raleway"/>
              <a:buNone/>
              <a:defRPr b="1" sz="8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Raleway"/>
              <a:buNone/>
              <a:defRPr b="1" sz="8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Raleway"/>
              <a:buNone/>
              <a:defRPr b="1" sz="8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Raleway"/>
              <a:buNone/>
              <a:defRPr b="1" sz="8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Raleway"/>
              <a:buNone/>
              <a:defRPr b="1" sz="8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Raleway"/>
              <a:buNone/>
              <a:defRPr b="1" sz="8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Raleway"/>
              <a:buNone/>
              <a:defRPr b="1" sz="8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Raleway"/>
              <a:buNone/>
              <a:defRPr b="1" sz="8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426966" y="4255402"/>
            <a:ext cx="16857600" cy="80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533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ato"/>
              <a:buChar char="●"/>
              <a:defRPr sz="4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463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Lato"/>
              <a:buChar char="○"/>
              <a:defRPr sz="3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463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Lato"/>
              <a:buChar char="■"/>
              <a:defRPr sz="3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463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Lato"/>
              <a:buChar char="●"/>
              <a:defRPr sz="3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463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Lato"/>
              <a:buChar char="○"/>
              <a:defRPr sz="3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463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Lato"/>
              <a:buChar char="■"/>
              <a:defRPr sz="3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463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Lato"/>
              <a:buChar char="●"/>
              <a:defRPr sz="3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463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Lato"/>
              <a:buChar char="○"/>
              <a:defRPr sz="3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463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Lato"/>
              <a:buChar char="■"/>
              <a:defRPr sz="3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22661331" y="12503357"/>
            <a:ext cx="14631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 algn="r">
              <a:buNone/>
              <a:defRPr sz="2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2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2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2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2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2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2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2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2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1219200" y="2184400"/>
            <a:ext cx="21945600" cy="22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243800" spcFirstLastPara="1" rIns="243800" wrap="square" tIns="12187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700"/>
              <a:buFont typeface="Arial"/>
              <a:buNone/>
              <a:defRPr b="0" i="0" sz="1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 sz="4800"/>
            </a:lvl9pPr>
          </a:lstStyle>
          <a:p/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1219200" y="4410075"/>
            <a:ext cx="21945600" cy="87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243800" spcFirstLastPara="1" rIns="243800" wrap="square" tIns="121875">
            <a:normAutofit/>
          </a:bodyPr>
          <a:lstStyle>
            <a:lvl1pPr indent="-768350" lvl="0" marL="457200" marR="0" algn="l">
              <a:spcBef>
                <a:spcPts val="1700"/>
              </a:spcBef>
              <a:spcAft>
                <a:spcPts val="0"/>
              </a:spcAft>
              <a:buClr>
                <a:schemeClr val="lt1"/>
              </a:buClr>
              <a:buSzPts val="8500"/>
              <a:buFont typeface="Arial"/>
              <a:buChar char="•"/>
              <a:defRPr b="0" i="0" sz="8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704850" lvl="1" marL="914400" marR="0" algn="l"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Arial"/>
              <a:buChar char="–"/>
              <a:defRPr b="0" i="0" sz="7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635000" lvl="2" marL="1371600" marR="0" algn="l"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Arial"/>
              <a:buChar char="•"/>
              <a:defRPr b="0" i="0" sz="6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565150" lvl="3" marL="1828800" marR="0" algn="l"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–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565150" lvl="4" marL="2286000" marR="0" algn="l"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»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565150" lvl="5" marL="2743200" marR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565150" lvl="6" marL="3200400" marR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65150" lvl="7" marL="3657600" marR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565150" lvl="8" marL="4114800" marR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19"/>
          <p:cNvSpPr txBox="1"/>
          <p:nvPr>
            <p:ph idx="12" type="sldNum"/>
          </p:nvPr>
        </p:nvSpPr>
        <p:spPr>
          <a:xfrm>
            <a:off x="22818090" y="12666269"/>
            <a:ext cx="14631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noAutofit/>
          </a:bodyPr>
          <a:lstStyle>
            <a:lvl1pPr lvl="0" algn="r">
              <a:buNone/>
              <a:defRPr sz="3500">
                <a:solidFill>
                  <a:schemeClr val="lt1"/>
                </a:solidFill>
              </a:defRPr>
            </a:lvl1pPr>
            <a:lvl2pPr lvl="1" algn="r">
              <a:buNone/>
              <a:defRPr sz="3500">
                <a:solidFill>
                  <a:schemeClr val="lt1"/>
                </a:solidFill>
              </a:defRPr>
            </a:lvl2pPr>
            <a:lvl3pPr lvl="2" algn="r">
              <a:buNone/>
              <a:defRPr sz="3500">
                <a:solidFill>
                  <a:schemeClr val="lt1"/>
                </a:solidFill>
              </a:defRPr>
            </a:lvl3pPr>
            <a:lvl4pPr lvl="3" algn="r">
              <a:buNone/>
              <a:defRPr sz="3500">
                <a:solidFill>
                  <a:schemeClr val="lt1"/>
                </a:solidFill>
              </a:defRPr>
            </a:lvl4pPr>
            <a:lvl5pPr lvl="4" algn="r">
              <a:buNone/>
              <a:defRPr sz="3500">
                <a:solidFill>
                  <a:schemeClr val="lt1"/>
                </a:solidFill>
              </a:defRPr>
            </a:lvl5pPr>
            <a:lvl6pPr lvl="5" algn="r">
              <a:buNone/>
              <a:defRPr sz="3500">
                <a:solidFill>
                  <a:schemeClr val="lt1"/>
                </a:solidFill>
              </a:defRPr>
            </a:lvl6pPr>
            <a:lvl7pPr lvl="6" algn="r">
              <a:buNone/>
              <a:defRPr sz="3500">
                <a:solidFill>
                  <a:schemeClr val="lt1"/>
                </a:solidFill>
              </a:defRPr>
            </a:lvl7pPr>
            <a:lvl8pPr lvl="7" algn="r">
              <a:buNone/>
              <a:defRPr sz="3500">
                <a:solidFill>
                  <a:schemeClr val="lt1"/>
                </a:solidFill>
              </a:defRPr>
            </a:lvl8pPr>
            <a:lvl9pPr lvl="8" algn="r">
              <a:buNone/>
              <a:defRPr sz="35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8"/>
          <p:cNvSpPr txBox="1"/>
          <p:nvPr>
            <p:ph type="title"/>
          </p:nvPr>
        </p:nvSpPr>
        <p:spPr>
          <a:xfrm>
            <a:off x="1219200" y="1828800"/>
            <a:ext cx="21945600" cy="22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243800" spcFirstLastPara="1" rIns="243800" wrap="square" tIns="12187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700"/>
              <a:buFont typeface="Arial"/>
              <a:buNone/>
              <a:defRPr b="0" i="0" sz="11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 sz="4800"/>
            </a:lvl9pPr>
          </a:lstStyle>
          <a:p/>
        </p:txBody>
      </p:sp>
      <p:sp>
        <p:nvSpPr>
          <p:cNvPr id="133" name="Google Shape;133;p28"/>
          <p:cNvSpPr txBox="1"/>
          <p:nvPr>
            <p:ph idx="1" type="body"/>
          </p:nvPr>
        </p:nvSpPr>
        <p:spPr>
          <a:xfrm>
            <a:off x="1219200" y="4479925"/>
            <a:ext cx="21945600" cy="77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243800" spcFirstLastPara="1" rIns="243800" wrap="square" tIns="121875">
            <a:normAutofit/>
          </a:bodyPr>
          <a:lstStyle>
            <a:lvl1pPr indent="-768350" lvl="0" marL="457200" marR="0" algn="l">
              <a:spcBef>
                <a:spcPts val="1700"/>
              </a:spcBef>
              <a:spcAft>
                <a:spcPts val="0"/>
              </a:spcAft>
              <a:buClr>
                <a:schemeClr val="lt2"/>
              </a:buClr>
              <a:buSzPts val="8500"/>
              <a:buFont typeface="Arial"/>
              <a:buChar char="•"/>
              <a:defRPr b="0" i="0" sz="85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704850" lvl="1" marL="914400" marR="0" algn="l">
              <a:spcBef>
                <a:spcPts val="1500"/>
              </a:spcBef>
              <a:spcAft>
                <a:spcPts val="0"/>
              </a:spcAft>
              <a:buClr>
                <a:schemeClr val="lt2"/>
              </a:buClr>
              <a:buSzPts val="7500"/>
              <a:buFont typeface="Arial"/>
              <a:buChar char="–"/>
              <a:defRPr b="0" i="0" sz="75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635000" lvl="2" marL="1371600" marR="0" algn="l">
              <a:spcBef>
                <a:spcPts val="1300"/>
              </a:spcBef>
              <a:spcAft>
                <a:spcPts val="0"/>
              </a:spcAft>
              <a:buClr>
                <a:schemeClr val="lt2"/>
              </a:buClr>
              <a:buSzPts val="6400"/>
              <a:buFont typeface="Arial"/>
              <a:buChar char="•"/>
              <a:defRPr b="0" i="0" sz="6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565150" lvl="3" marL="1828800" marR="0" algn="l">
              <a:spcBef>
                <a:spcPts val="1100"/>
              </a:spcBef>
              <a:spcAft>
                <a:spcPts val="0"/>
              </a:spcAft>
              <a:buClr>
                <a:schemeClr val="lt2"/>
              </a:buClr>
              <a:buSzPts val="5300"/>
              <a:buFont typeface="Arial"/>
              <a:buChar char="–"/>
              <a:defRPr b="0" i="0" sz="5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565150" lvl="4" marL="2286000" marR="0" algn="l">
              <a:spcBef>
                <a:spcPts val="1100"/>
              </a:spcBef>
              <a:spcAft>
                <a:spcPts val="0"/>
              </a:spcAft>
              <a:buClr>
                <a:schemeClr val="lt2"/>
              </a:buClr>
              <a:buSzPts val="5300"/>
              <a:buFont typeface="Arial"/>
              <a:buChar char="»"/>
              <a:defRPr b="0" i="0" sz="5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565150" lvl="5" marL="2743200" marR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565150" lvl="6" marL="3200400" marR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65150" lvl="7" marL="3657600" marR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565150" lvl="8" marL="4114800" marR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5"/>
          <p:cNvSpPr txBox="1"/>
          <p:nvPr/>
        </p:nvSpPr>
        <p:spPr>
          <a:xfrm>
            <a:off x="1129654" y="3673764"/>
            <a:ext cx="221247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18287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80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OS-Evolve</a:t>
            </a:r>
            <a:endParaRPr b="1" sz="80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Evolutionary framework for improving CPU Scheduling</a:t>
            </a:r>
            <a:endParaRPr b="1" sz="80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cxnSp>
        <p:nvCxnSpPr>
          <p:cNvPr id="160" name="Google Shape;160;p35"/>
          <p:cNvCxnSpPr/>
          <p:nvPr/>
        </p:nvCxnSpPr>
        <p:spPr>
          <a:xfrm>
            <a:off x="1315931" y="7380050"/>
            <a:ext cx="12597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1" name="Google Shape;161;p35"/>
          <p:cNvSpPr txBox="1"/>
          <p:nvPr/>
        </p:nvSpPr>
        <p:spPr>
          <a:xfrm>
            <a:off x="1129650" y="7871839"/>
            <a:ext cx="18184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>
                <a:solidFill>
                  <a:schemeClr val="lt1"/>
                </a:solidFill>
              </a:rPr>
              <a:t>Project</a:t>
            </a: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presentation for </a:t>
            </a:r>
            <a:r>
              <a:rPr lang="en-US" sz="3600">
                <a:solidFill>
                  <a:schemeClr val="lt1"/>
                </a:solidFill>
              </a:rPr>
              <a:t>CS395T</a:t>
            </a: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3600">
                <a:solidFill>
                  <a:schemeClr val="lt1"/>
                </a:solidFill>
              </a:rPr>
              <a:t>Adv. System for Gen 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5"/>
          <p:cNvSpPr txBox="1"/>
          <p:nvPr/>
        </p:nvSpPr>
        <p:spPr>
          <a:xfrm>
            <a:off x="1434460" y="2120688"/>
            <a:ext cx="4384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09</a:t>
            </a:r>
            <a:r>
              <a:rPr b="1" baseline="30000" i="0" lang="en-US" sz="28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th</a:t>
            </a:r>
            <a:r>
              <a:rPr b="1" i="0" lang="en-US" sz="28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n-US" sz="2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DECEMBER</a:t>
            </a:r>
            <a:r>
              <a:rPr b="1" i="0" lang="en-US" sz="28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 2025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5"/>
          <p:cNvSpPr txBox="1"/>
          <p:nvPr/>
        </p:nvSpPr>
        <p:spPr>
          <a:xfrm>
            <a:off x="1129666" y="10825803"/>
            <a:ext cx="10836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Krishanu Saini, Yoga Sri Varshan V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University of Texas at Austin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6"/>
          <p:cNvSpPr txBox="1"/>
          <p:nvPr>
            <p:ph idx="12" type="sldNum"/>
          </p:nvPr>
        </p:nvSpPr>
        <p:spPr>
          <a:xfrm>
            <a:off x="22661331" y="12503357"/>
            <a:ext cx="14631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500"/>
              <a:t>‹#›</a:t>
            </a:fld>
            <a:endParaRPr sz="2500"/>
          </a:p>
        </p:txBody>
      </p:sp>
      <p:sp>
        <p:nvSpPr>
          <p:cNvPr id="169" name="Google Shape;169;p36"/>
          <p:cNvSpPr txBox="1"/>
          <p:nvPr/>
        </p:nvSpPr>
        <p:spPr>
          <a:xfrm>
            <a:off x="1042025" y="1793250"/>
            <a:ext cx="17448000" cy="14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>
                <a:solidFill>
                  <a:schemeClr val="lt2"/>
                </a:solidFill>
              </a:rPr>
              <a:t>Introduction</a:t>
            </a:r>
            <a:endParaRPr sz="8500">
              <a:solidFill>
                <a:schemeClr val="lt2"/>
              </a:solidFill>
            </a:endParaRPr>
          </a:p>
        </p:txBody>
      </p:sp>
      <p:sp>
        <p:nvSpPr>
          <p:cNvPr id="170" name="Google Shape;170;p36"/>
          <p:cNvSpPr txBox="1"/>
          <p:nvPr/>
        </p:nvSpPr>
        <p:spPr>
          <a:xfrm>
            <a:off x="1042025" y="3853075"/>
            <a:ext cx="20695200" cy="81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lt2"/>
                </a:solidFill>
              </a:rPr>
              <a:t>H</a:t>
            </a:r>
            <a:r>
              <a:rPr lang="en-US" sz="6000">
                <a:solidFill>
                  <a:schemeClr val="lt2"/>
                </a:solidFill>
              </a:rPr>
              <a:t>andcrafted CPU scheduling algorithms take years to develop. </a:t>
            </a:r>
            <a:endParaRPr sz="6000">
              <a:solidFill>
                <a:schemeClr val="lt2"/>
              </a:solidFill>
            </a:endParaRPr>
          </a:p>
        </p:txBody>
      </p:sp>
      <p:cxnSp>
        <p:nvCxnSpPr>
          <p:cNvPr id="171" name="Google Shape;171;p36"/>
          <p:cNvCxnSpPr>
            <a:stCxn id="170" idx="2"/>
          </p:cNvCxnSpPr>
          <p:nvPr/>
        </p:nvCxnSpPr>
        <p:spPr>
          <a:xfrm rot="10800000">
            <a:off x="11389625" y="7148875"/>
            <a:ext cx="0" cy="484650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" name="Google Shape;172;p36"/>
          <p:cNvSpPr txBox="1"/>
          <p:nvPr/>
        </p:nvSpPr>
        <p:spPr>
          <a:xfrm>
            <a:off x="1987125" y="6906475"/>
            <a:ext cx="77547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lt2"/>
                </a:solidFill>
              </a:rPr>
              <a:t>Linux CFS (2007)</a:t>
            </a:r>
            <a:endParaRPr sz="6000">
              <a:solidFill>
                <a:schemeClr val="lt2"/>
              </a:solidFill>
            </a:endParaRPr>
          </a:p>
        </p:txBody>
      </p:sp>
      <p:sp>
        <p:nvSpPr>
          <p:cNvPr id="173" name="Google Shape;173;p36"/>
          <p:cNvSpPr txBox="1"/>
          <p:nvPr/>
        </p:nvSpPr>
        <p:spPr>
          <a:xfrm>
            <a:off x="2084050" y="8336225"/>
            <a:ext cx="8772300" cy="3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953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Char char="❖"/>
            </a:pPr>
            <a:r>
              <a:rPr lang="en-US" sz="4200">
                <a:solidFill>
                  <a:schemeClr val="lt2"/>
                </a:solidFill>
              </a:rPr>
              <a:t>Best average case algorithm for generic workloads.</a:t>
            </a:r>
            <a:endParaRPr sz="4200">
              <a:solidFill>
                <a:schemeClr val="lt2"/>
              </a:solidFill>
            </a:endParaRPr>
          </a:p>
        </p:txBody>
      </p:sp>
      <p:sp>
        <p:nvSpPr>
          <p:cNvPr id="174" name="Google Shape;174;p36"/>
          <p:cNvSpPr txBox="1"/>
          <p:nvPr/>
        </p:nvSpPr>
        <p:spPr>
          <a:xfrm>
            <a:off x="12881501" y="8100700"/>
            <a:ext cx="9582600" cy="48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95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4200"/>
              <a:buChar char="❖"/>
            </a:pPr>
            <a:r>
              <a:rPr lang="en-US" sz="4200">
                <a:solidFill>
                  <a:schemeClr val="lt2"/>
                </a:solidFill>
              </a:rPr>
              <a:t>latency-sensitive schedulers?</a:t>
            </a:r>
            <a:endParaRPr sz="4200">
              <a:solidFill>
                <a:schemeClr val="lt2"/>
              </a:solidFill>
            </a:endParaRPr>
          </a:p>
          <a:p>
            <a:pPr indent="-495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❖"/>
            </a:pPr>
            <a:r>
              <a:rPr lang="en-US" sz="4200">
                <a:solidFill>
                  <a:schemeClr val="lt2"/>
                </a:solidFill>
              </a:rPr>
              <a:t>throughput-optimized schedulers?</a:t>
            </a:r>
            <a:endParaRPr sz="4200">
              <a:solidFill>
                <a:schemeClr val="lt2"/>
              </a:solidFill>
            </a:endParaRPr>
          </a:p>
          <a:p>
            <a:pPr indent="-495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❖"/>
            </a:pPr>
            <a:r>
              <a:rPr lang="en-US" sz="4200">
                <a:solidFill>
                  <a:schemeClr val="lt2"/>
                </a:solidFill>
              </a:rPr>
              <a:t>NUMA/topology-aware schedulers?</a:t>
            </a:r>
            <a:endParaRPr sz="4200">
              <a:solidFill>
                <a:schemeClr val="lt2"/>
              </a:solidFill>
            </a:endParaRPr>
          </a:p>
          <a:p>
            <a:pPr indent="-495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❖"/>
            </a:pPr>
            <a:r>
              <a:rPr lang="en-US" sz="4200">
                <a:solidFill>
                  <a:schemeClr val="lt2"/>
                </a:solidFill>
              </a:rPr>
              <a:t>bursty/interactive workloads?</a:t>
            </a:r>
            <a:endParaRPr sz="4200">
              <a:solidFill>
                <a:schemeClr val="lt2"/>
              </a:solidFill>
            </a:endParaRPr>
          </a:p>
          <a:p>
            <a:pPr indent="-495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❖"/>
            </a:pPr>
            <a:r>
              <a:rPr lang="en-US" sz="4200">
                <a:solidFill>
                  <a:schemeClr val="lt2"/>
                </a:solidFill>
              </a:rPr>
              <a:t>Datacenter with 1us tail-latency?</a:t>
            </a:r>
            <a:endParaRPr sz="4200">
              <a:solidFill>
                <a:schemeClr val="lt2"/>
              </a:solidFill>
            </a:endParaRPr>
          </a:p>
        </p:txBody>
      </p:sp>
      <p:sp>
        <p:nvSpPr>
          <p:cNvPr id="175" name="Google Shape;175;p36"/>
          <p:cNvSpPr txBox="1"/>
          <p:nvPr/>
        </p:nvSpPr>
        <p:spPr>
          <a:xfrm>
            <a:off x="12881500" y="6906475"/>
            <a:ext cx="99219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lt2"/>
                </a:solidFill>
              </a:rPr>
              <a:t>What about these cases?</a:t>
            </a:r>
            <a:endParaRPr sz="6000">
              <a:solidFill>
                <a:schemeClr val="lt2"/>
              </a:solidFill>
            </a:endParaRPr>
          </a:p>
        </p:txBody>
      </p:sp>
      <p:sp>
        <p:nvSpPr>
          <p:cNvPr id="176" name="Google Shape;176;p36"/>
          <p:cNvSpPr txBox="1"/>
          <p:nvPr/>
        </p:nvSpPr>
        <p:spPr>
          <a:xfrm>
            <a:off x="1163050" y="12074950"/>
            <a:ext cx="10614300" cy="14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AutoNum type="arabicPeriod"/>
            </a:pPr>
            <a:r>
              <a:rPr lang="en-US" sz="1600">
                <a:solidFill>
                  <a:srgbClr val="222222"/>
                </a:solidFill>
                <a:highlight>
                  <a:srgbClr val="FFFFFF"/>
                </a:highlight>
              </a:rPr>
              <a:t>Kaffes, Kostis, et al. "Shinjuku: Preemptive Scheduling for {μsecond-scale} Tail Latency." </a:t>
            </a:r>
            <a:r>
              <a:rPr i="1" lang="en-US" sz="1600">
                <a:solidFill>
                  <a:srgbClr val="222222"/>
                </a:solidFill>
                <a:highlight>
                  <a:srgbClr val="FFFFFF"/>
                </a:highlight>
              </a:rPr>
              <a:t>16th USENIX Symposium on Networked Systems Design and Implementation (NSDI 19)</a:t>
            </a:r>
            <a:r>
              <a:rPr lang="en-US" sz="1600">
                <a:solidFill>
                  <a:srgbClr val="222222"/>
                </a:solidFill>
                <a:highlight>
                  <a:srgbClr val="FFFFFF"/>
                </a:highlight>
              </a:rPr>
              <a:t>. 2019.</a:t>
            </a:r>
            <a:endParaRPr sz="16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AutoNum type="arabicPeriod"/>
            </a:pPr>
            <a:r>
              <a:rPr lang="en-US" sz="1600">
                <a:solidFill>
                  <a:srgbClr val="222222"/>
                </a:solidFill>
                <a:highlight>
                  <a:srgbClr val="FFFFFF"/>
                </a:highlight>
              </a:rPr>
              <a:t>Iyer, Rishabh, et al. "Achieving microsecond-scale tail latency efficiently with approximate optimal scheduling." Proceedings of the 29th Symposium on Operating Systems Principles. 2023.</a:t>
            </a:r>
            <a:endParaRPr sz="2000">
              <a:solidFill>
                <a:schemeClr val="lt2"/>
              </a:solidFill>
            </a:endParaRPr>
          </a:p>
        </p:txBody>
      </p:sp>
      <p:sp>
        <p:nvSpPr>
          <p:cNvPr id="177" name="Google Shape;177;p36"/>
          <p:cNvSpPr/>
          <p:nvPr/>
        </p:nvSpPr>
        <p:spPr>
          <a:xfrm>
            <a:off x="12237775" y="11995375"/>
            <a:ext cx="4095300" cy="1478100"/>
          </a:xfrm>
          <a:prstGeom prst="ellipse">
            <a:avLst/>
          </a:prstGeom>
          <a:solidFill>
            <a:schemeClr val="accent2"/>
          </a:solidFill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2"/>
                </a:solidFill>
              </a:rPr>
              <a:t>Shinjuku</a:t>
            </a:r>
            <a:r>
              <a:rPr baseline="30000" lang="en-US" sz="4000">
                <a:solidFill>
                  <a:schemeClr val="lt2"/>
                </a:solidFill>
              </a:rPr>
              <a:t>1</a:t>
            </a:r>
            <a:endParaRPr baseline="30000" sz="4000">
              <a:solidFill>
                <a:schemeClr val="lt2"/>
              </a:solidFill>
            </a:endParaRPr>
          </a:p>
        </p:txBody>
      </p:sp>
      <p:sp>
        <p:nvSpPr>
          <p:cNvPr id="178" name="Google Shape;178;p36"/>
          <p:cNvSpPr/>
          <p:nvPr/>
        </p:nvSpPr>
        <p:spPr>
          <a:xfrm>
            <a:off x="16873300" y="11995375"/>
            <a:ext cx="4095300" cy="1478100"/>
          </a:xfrm>
          <a:prstGeom prst="ellipse">
            <a:avLst/>
          </a:prstGeom>
          <a:solidFill>
            <a:schemeClr val="accent2"/>
          </a:solidFill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2"/>
                </a:solidFill>
              </a:rPr>
              <a:t>Concord</a:t>
            </a:r>
            <a:r>
              <a:rPr baseline="30000" lang="en-US" sz="4000">
                <a:solidFill>
                  <a:schemeClr val="lt2"/>
                </a:solidFill>
              </a:rPr>
              <a:t>2</a:t>
            </a:r>
            <a:endParaRPr baseline="30000" sz="40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7"/>
          <p:cNvSpPr txBox="1"/>
          <p:nvPr/>
        </p:nvSpPr>
        <p:spPr>
          <a:xfrm>
            <a:off x="1042025" y="1793250"/>
            <a:ext cx="17448000" cy="14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>
                <a:solidFill>
                  <a:schemeClr val="lt2"/>
                </a:solidFill>
              </a:rPr>
              <a:t>Automated Policy Evolution</a:t>
            </a:r>
            <a:endParaRPr sz="8500">
              <a:solidFill>
                <a:schemeClr val="lt2"/>
              </a:solidFill>
            </a:endParaRPr>
          </a:p>
        </p:txBody>
      </p:sp>
      <p:sp>
        <p:nvSpPr>
          <p:cNvPr id="184" name="Google Shape;184;p37"/>
          <p:cNvSpPr txBox="1"/>
          <p:nvPr>
            <p:ph idx="1" type="body"/>
          </p:nvPr>
        </p:nvSpPr>
        <p:spPr>
          <a:xfrm>
            <a:off x="1042025" y="3271350"/>
            <a:ext cx="21945600" cy="3256800"/>
          </a:xfrm>
          <a:prstGeom prst="rect">
            <a:avLst/>
          </a:prstGeom>
        </p:spPr>
        <p:txBody>
          <a:bodyPr anchorCtr="0" anchor="t" bIns="121875" lIns="243800" spcFirstLastPara="1" rIns="243800" wrap="square" tIns="121875">
            <a:normAutofit lnSpcReduction="10000"/>
          </a:bodyPr>
          <a:lstStyle/>
          <a:p>
            <a:pPr indent="-495300" lvl="0" marL="457200" rtl="0" algn="l">
              <a:spcBef>
                <a:spcPts val="1000"/>
              </a:spcBef>
              <a:spcAft>
                <a:spcPts val="0"/>
              </a:spcAft>
              <a:buSzPts val="4200"/>
              <a:buChar char="❖"/>
            </a:pPr>
            <a:r>
              <a:rPr lang="en-US" sz="4200"/>
              <a:t>Engineers</a:t>
            </a:r>
            <a:r>
              <a:rPr lang="en-US" sz="4200"/>
              <a:t> handcraft logic for specific goals (Shinjuku for tail latency, Concord for microsecond scale)</a:t>
            </a:r>
            <a:endParaRPr sz="4200"/>
          </a:p>
          <a:p>
            <a:pPr indent="-495300" lvl="0" marL="457200" rtl="0" algn="l">
              <a:spcBef>
                <a:spcPts val="0"/>
              </a:spcBef>
              <a:spcAft>
                <a:spcPts val="0"/>
              </a:spcAft>
              <a:buSzPts val="4200"/>
              <a:buChar char="❖"/>
            </a:pPr>
            <a:r>
              <a:rPr lang="en-US" sz="4200"/>
              <a:t>Use Bayesian Optimization or ML to tweak existing parameters (changing time_slice from 3ms to 5ms)</a:t>
            </a:r>
            <a:endParaRPr sz="4200"/>
          </a:p>
          <a:p>
            <a:pPr indent="-495300" lvl="0" marL="457200" rtl="0" algn="l">
              <a:spcBef>
                <a:spcPts val="0"/>
              </a:spcBef>
              <a:spcAft>
                <a:spcPts val="0"/>
              </a:spcAft>
              <a:buSzPts val="4200"/>
              <a:buChar char="❖"/>
            </a:pPr>
            <a:r>
              <a:rPr lang="en-US" sz="4200"/>
              <a:t>Replace the scheduler with a Neural Network (Black Box problem)</a:t>
            </a:r>
            <a:endParaRPr sz="4200"/>
          </a:p>
        </p:txBody>
      </p:sp>
      <p:sp>
        <p:nvSpPr>
          <p:cNvPr id="185" name="Google Shape;185;p37"/>
          <p:cNvSpPr txBox="1"/>
          <p:nvPr/>
        </p:nvSpPr>
        <p:spPr>
          <a:xfrm>
            <a:off x="5635650" y="7002475"/>
            <a:ext cx="131127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lt2"/>
                </a:solidFill>
              </a:rPr>
              <a:t>Can we have a White Box Solution?</a:t>
            </a:r>
            <a:endParaRPr sz="6000">
              <a:solidFill>
                <a:schemeClr val="lt2"/>
              </a:solidFill>
            </a:endParaRPr>
          </a:p>
        </p:txBody>
      </p:sp>
      <p:sp>
        <p:nvSpPr>
          <p:cNvPr id="186" name="Google Shape;186;p37"/>
          <p:cNvSpPr txBox="1"/>
          <p:nvPr>
            <p:ph idx="1" type="body"/>
          </p:nvPr>
        </p:nvSpPr>
        <p:spPr>
          <a:xfrm>
            <a:off x="1042025" y="8876550"/>
            <a:ext cx="21945600" cy="3256800"/>
          </a:xfrm>
          <a:prstGeom prst="rect">
            <a:avLst/>
          </a:prstGeom>
        </p:spPr>
        <p:txBody>
          <a:bodyPr anchorCtr="0" anchor="t" bIns="121875" lIns="243800" spcFirstLastPara="1" rIns="243800" wrap="square" tIns="12187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200"/>
              <a:t>Use LLMs and Evolutionary Algos to rewrite the C++ Source Code itself - AlphaEvolve</a:t>
            </a:r>
            <a:r>
              <a:rPr baseline="30000" lang="en-US" sz="3600"/>
              <a:t>1</a:t>
            </a:r>
            <a:endParaRPr sz="42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200"/>
              <a:t>                                   </a:t>
            </a:r>
            <a:endParaRPr sz="4200"/>
          </a:p>
        </p:txBody>
      </p:sp>
      <p:pic>
        <p:nvPicPr>
          <p:cNvPr id="187" name="Google Shape;18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8400" y="9944400"/>
            <a:ext cx="3544450" cy="1978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8" name="Google Shape;188;p37"/>
          <p:cNvCxnSpPr/>
          <p:nvPr/>
        </p:nvCxnSpPr>
        <p:spPr>
          <a:xfrm>
            <a:off x="5203200" y="11116800"/>
            <a:ext cx="14208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9" name="Google Shape;189;p37"/>
          <p:cNvSpPr txBox="1"/>
          <p:nvPr/>
        </p:nvSpPr>
        <p:spPr>
          <a:xfrm>
            <a:off x="6912000" y="10188750"/>
            <a:ext cx="13220100" cy="18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Char char="●"/>
            </a:pPr>
            <a:r>
              <a:rPr lang="en-US" sz="3600">
                <a:solidFill>
                  <a:schemeClr val="lt2"/>
                </a:solidFill>
              </a:rPr>
              <a:t>Explore hundreds of code variations (mutations) that humans</a:t>
            </a:r>
            <a:endParaRPr sz="3600">
              <a:solidFill>
                <a:schemeClr val="lt2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Char char="●"/>
            </a:pPr>
            <a:r>
              <a:rPr lang="en-US" sz="3600">
                <a:solidFill>
                  <a:schemeClr val="lt2"/>
                </a:solidFill>
              </a:rPr>
              <a:t>Better algorithm (than Strassen’s algorithm) for Matrix Mul</a:t>
            </a:r>
            <a:endParaRPr sz="3600">
              <a:solidFill>
                <a:schemeClr val="lt2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Char char="●"/>
            </a:pPr>
            <a:r>
              <a:rPr lang="en-US" sz="3600">
                <a:solidFill>
                  <a:schemeClr val="lt2"/>
                </a:solidFill>
              </a:rPr>
              <a:t>Open Sourced Implementation - ShinkaEvolve</a:t>
            </a:r>
            <a:r>
              <a:rPr baseline="30000" lang="en-US" sz="3600">
                <a:solidFill>
                  <a:schemeClr val="lt2"/>
                </a:solidFill>
              </a:rPr>
              <a:t>2</a:t>
            </a:r>
            <a:endParaRPr baseline="30000" sz="3600">
              <a:solidFill>
                <a:schemeClr val="lt2"/>
              </a:solidFill>
            </a:endParaRPr>
          </a:p>
        </p:txBody>
      </p:sp>
      <p:sp>
        <p:nvSpPr>
          <p:cNvPr id="190" name="Google Shape;190;p37"/>
          <p:cNvSpPr txBox="1"/>
          <p:nvPr/>
        </p:nvSpPr>
        <p:spPr>
          <a:xfrm>
            <a:off x="11116800" y="12044850"/>
            <a:ext cx="11700600" cy="14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AutoNum type="arabicPeriod"/>
            </a:pPr>
            <a:r>
              <a:rPr lang="en-US" sz="2000">
                <a:solidFill>
                  <a:schemeClr val="lt2"/>
                </a:solidFill>
              </a:rPr>
              <a:t>Novikov, Alexander, et al. "AlphaEvolve: A coding agent for scientific and algorithmic discovery." arXiv preprint arXiv:2506.13131 (2025).</a:t>
            </a:r>
            <a:endParaRPr sz="2000">
              <a:solidFill>
                <a:schemeClr val="lt2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AutoNum type="arabicPeriod"/>
            </a:pPr>
            <a:r>
              <a:rPr lang="en-US" sz="2000">
                <a:solidFill>
                  <a:schemeClr val="lt2"/>
                </a:solidFill>
              </a:rPr>
              <a:t>Lange, Robert Tjarko, Yuki Imajuku, and Edoardo Cetin. "Shinkaevolve: Towards open-ended and sample-efficient program evolution." arXiv preprint arXiv:2509.19349 (2025).</a:t>
            </a:r>
            <a:endParaRPr sz="2000">
              <a:solidFill>
                <a:schemeClr val="lt2"/>
              </a:solidFill>
            </a:endParaRPr>
          </a:p>
        </p:txBody>
      </p:sp>
      <p:sp>
        <p:nvSpPr>
          <p:cNvPr id="191" name="Google Shape;191;p37"/>
          <p:cNvSpPr txBox="1"/>
          <p:nvPr/>
        </p:nvSpPr>
        <p:spPr>
          <a:xfrm>
            <a:off x="17030400" y="11884800"/>
            <a:ext cx="73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8"/>
          <p:cNvSpPr txBox="1"/>
          <p:nvPr/>
        </p:nvSpPr>
        <p:spPr>
          <a:xfrm>
            <a:off x="1042025" y="1793250"/>
            <a:ext cx="17448000" cy="14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>
                <a:solidFill>
                  <a:schemeClr val="lt2"/>
                </a:solidFill>
              </a:rPr>
              <a:t>OS-Evolve</a:t>
            </a:r>
            <a:endParaRPr sz="8500">
              <a:solidFill>
                <a:schemeClr val="lt2"/>
              </a:solidFill>
            </a:endParaRPr>
          </a:p>
        </p:txBody>
      </p:sp>
      <p:pic>
        <p:nvPicPr>
          <p:cNvPr id="197" name="Google Shape;197;p38" title="osEvolve project (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7650" y="3908400"/>
            <a:ext cx="15925800" cy="904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9"/>
          <p:cNvSpPr txBox="1"/>
          <p:nvPr>
            <p:ph idx="12" type="sldNum"/>
          </p:nvPr>
        </p:nvSpPr>
        <p:spPr>
          <a:xfrm>
            <a:off x="22661331" y="12503357"/>
            <a:ext cx="14631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500"/>
              <a:t>‹#›</a:t>
            </a:fld>
            <a:endParaRPr sz="2500"/>
          </a:p>
        </p:txBody>
      </p:sp>
      <p:sp>
        <p:nvSpPr>
          <p:cNvPr id="203" name="Google Shape;203;p39"/>
          <p:cNvSpPr txBox="1"/>
          <p:nvPr/>
        </p:nvSpPr>
        <p:spPr>
          <a:xfrm>
            <a:off x="1042025" y="1793250"/>
            <a:ext cx="17448000" cy="14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>
                <a:solidFill>
                  <a:schemeClr val="lt2"/>
                </a:solidFill>
              </a:rPr>
              <a:t>User Space CPU Scheduling</a:t>
            </a:r>
            <a:endParaRPr sz="8500">
              <a:solidFill>
                <a:schemeClr val="lt2"/>
              </a:solidFill>
            </a:endParaRPr>
          </a:p>
        </p:txBody>
      </p:sp>
      <p:sp>
        <p:nvSpPr>
          <p:cNvPr id="204" name="Google Shape;204;p39"/>
          <p:cNvSpPr txBox="1"/>
          <p:nvPr/>
        </p:nvSpPr>
        <p:spPr>
          <a:xfrm>
            <a:off x="7306325" y="4555725"/>
            <a:ext cx="9329700" cy="13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>
                <a:solidFill>
                  <a:schemeClr val="lt2"/>
                </a:solidFill>
              </a:rPr>
              <a:t>Ghost </a:t>
            </a:r>
            <a:r>
              <a:rPr lang="en-US" sz="8500">
                <a:solidFill>
                  <a:schemeClr val="lt2"/>
                </a:solidFill>
              </a:rPr>
              <a:t>Framework</a:t>
            </a:r>
            <a:r>
              <a:rPr baseline="30000" lang="en-US" sz="8500">
                <a:solidFill>
                  <a:schemeClr val="lt2"/>
                </a:solidFill>
              </a:rPr>
              <a:t>1</a:t>
            </a:r>
            <a:endParaRPr baseline="30000" sz="8500">
              <a:solidFill>
                <a:schemeClr val="lt2"/>
              </a:solidFill>
            </a:endParaRPr>
          </a:p>
        </p:txBody>
      </p:sp>
      <p:sp>
        <p:nvSpPr>
          <p:cNvPr id="205" name="Google Shape;205;p39"/>
          <p:cNvSpPr txBox="1"/>
          <p:nvPr/>
        </p:nvSpPr>
        <p:spPr>
          <a:xfrm>
            <a:off x="775475" y="6542975"/>
            <a:ext cx="20234700" cy="6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6096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Char char="❖"/>
            </a:pPr>
            <a:r>
              <a:rPr lang="en-US" sz="6000">
                <a:solidFill>
                  <a:schemeClr val="lt2"/>
                </a:solidFill>
              </a:rPr>
              <a:t>Userspace framework that lets developers implement and run custom CPU schedulers without modifying the Linux kernel.</a:t>
            </a:r>
            <a:endParaRPr sz="6000">
              <a:solidFill>
                <a:schemeClr val="lt2"/>
              </a:solidFill>
            </a:endParaRPr>
          </a:p>
          <a:p>
            <a:pPr indent="-6096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Char char="❖"/>
            </a:pPr>
            <a:r>
              <a:rPr lang="en-US" sz="6000">
                <a:solidFill>
                  <a:schemeClr val="lt2"/>
                </a:solidFill>
              </a:rPr>
              <a:t>Run ghost threads in agents</a:t>
            </a:r>
            <a:endParaRPr sz="6000">
              <a:solidFill>
                <a:schemeClr val="lt2"/>
              </a:solidFill>
            </a:endParaRPr>
          </a:p>
          <a:p>
            <a:pPr indent="-6096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Char char="❖"/>
            </a:pPr>
            <a:r>
              <a:rPr lang="en-US" sz="6000">
                <a:solidFill>
                  <a:schemeClr val="lt2"/>
                </a:solidFill>
              </a:rPr>
              <a:t>No frequent kernel modifications.</a:t>
            </a:r>
            <a:endParaRPr sz="6000">
              <a:solidFill>
                <a:schemeClr val="lt2"/>
              </a:solidFill>
            </a:endParaRPr>
          </a:p>
        </p:txBody>
      </p:sp>
      <p:sp>
        <p:nvSpPr>
          <p:cNvPr id="206" name="Google Shape;206;p39"/>
          <p:cNvSpPr txBox="1"/>
          <p:nvPr/>
        </p:nvSpPr>
        <p:spPr>
          <a:xfrm>
            <a:off x="874325" y="12185925"/>
            <a:ext cx="20956500" cy="11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200"/>
              <a:buAutoNum type="arabicPeriod"/>
            </a:pPr>
            <a:r>
              <a:rPr lang="en-US" sz="3200">
                <a:solidFill>
                  <a:srgbClr val="222222"/>
                </a:solidFill>
                <a:highlight>
                  <a:srgbClr val="FFFFFF"/>
                </a:highlight>
              </a:rPr>
              <a:t>Humphries, Jack Tigar, et al. "ghost: Fast &amp; flexible user-space delegation of linux scheduling." </a:t>
            </a:r>
            <a:r>
              <a:rPr i="1" lang="en-US" sz="3200">
                <a:solidFill>
                  <a:srgbClr val="222222"/>
                </a:solidFill>
                <a:highlight>
                  <a:srgbClr val="FFFFFF"/>
                </a:highlight>
              </a:rPr>
              <a:t>Proceedings of the ACM SIGOPS 28th Symposium on Operating Systems Principles</a:t>
            </a:r>
            <a:r>
              <a:rPr lang="en-US" sz="3200">
                <a:solidFill>
                  <a:srgbClr val="222222"/>
                </a:solidFill>
                <a:highlight>
                  <a:srgbClr val="FFFFFF"/>
                </a:highlight>
              </a:rPr>
              <a:t>. 2021.</a:t>
            </a:r>
            <a:endParaRPr sz="32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0"/>
          <p:cNvSpPr txBox="1"/>
          <p:nvPr/>
        </p:nvSpPr>
        <p:spPr>
          <a:xfrm>
            <a:off x="1042025" y="1793250"/>
            <a:ext cx="17448000" cy="14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>
                <a:solidFill>
                  <a:schemeClr val="lt2"/>
                </a:solidFill>
              </a:rPr>
              <a:t>OS-Evolve</a:t>
            </a:r>
            <a:endParaRPr sz="8500">
              <a:solidFill>
                <a:schemeClr val="lt2"/>
              </a:solidFill>
            </a:endParaRPr>
          </a:p>
        </p:txBody>
      </p:sp>
      <p:pic>
        <p:nvPicPr>
          <p:cNvPr id="212" name="Google Shape;212;p40" title="osEvolve project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6400" y="4175000"/>
            <a:ext cx="19507200" cy="701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1"/>
          <p:cNvSpPr txBox="1"/>
          <p:nvPr>
            <p:ph idx="12" type="sldNum"/>
          </p:nvPr>
        </p:nvSpPr>
        <p:spPr>
          <a:xfrm>
            <a:off x="22661331" y="12503357"/>
            <a:ext cx="14631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500"/>
              <a:t>‹#›</a:t>
            </a:fld>
            <a:endParaRPr sz="2500"/>
          </a:p>
        </p:txBody>
      </p:sp>
      <p:sp>
        <p:nvSpPr>
          <p:cNvPr id="218" name="Google Shape;218;p41"/>
          <p:cNvSpPr txBox="1"/>
          <p:nvPr/>
        </p:nvSpPr>
        <p:spPr>
          <a:xfrm>
            <a:off x="1042025" y="1793250"/>
            <a:ext cx="21483600" cy="14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>
                <a:solidFill>
                  <a:schemeClr val="lt2"/>
                </a:solidFill>
              </a:rPr>
              <a:t>HoL test (Throughput/Latency Graph)</a:t>
            </a:r>
            <a:endParaRPr sz="8500">
              <a:solidFill>
                <a:schemeClr val="lt2"/>
              </a:solidFill>
            </a:endParaRPr>
          </a:p>
        </p:txBody>
      </p:sp>
      <p:pic>
        <p:nvPicPr>
          <p:cNvPr id="219" name="Google Shape;21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93425" y="3879001"/>
            <a:ext cx="10679850" cy="8016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875" y="3879000"/>
            <a:ext cx="10679850" cy="8016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9200" y="4575525"/>
            <a:ext cx="11829875" cy="853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53875" y="5974188"/>
            <a:ext cx="11030126" cy="5742488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42"/>
          <p:cNvSpPr txBox="1"/>
          <p:nvPr/>
        </p:nvSpPr>
        <p:spPr>
          <a:xfrm>
            <a:off x="1042025" y="1793250"/>
            <a:ext cx="21483600" cy="14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>
                <a:solidFill>
                  <a:schemeClr val="lt2"/>
                </a:solidFill>
              </a:rPr>
              <a:t>Viz graph</a:t>
            </a:r>
            <a:endParaRPr sz="85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3"/>
          <p:cNvSpPr txBox="1"/>
          <p:nvPr/>
        </p:nvSpPr>
        <p:spPr>
          <a:xfrm>
            <a:off x="1042025" y="1793250"/>
            <a:ext cx="21483600" cy="14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>
                <a:solidFill>
                  <a:schemeClr val="lt2"/>
                </a:solidFill>
              </a:rPr>
              <a:t>Global Knowledge Base</a:t>
            </a:r>
            <a:endParaRPr sz="8500">
              <a:solidFill>
                <a:schemeClr val="lt2"/>
              </a:solidFill>
            </a:endParaRPr>
          </a:p>
        </p:txBody>
      </p:sp>
      <p:sp>
        <p:nvSpPr>
          <p:cNvPr id="235" name="Google Shape;235;p4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43"/>
          <p:cNvSpPr txBox="1"/>
          <p:nvPr>
            <p:ph idx="1" type="body"/>
          </p:nvPr>
        </p:nvSpPr>
        <p:spPr>
          <a:xfrm>
            <a:off x="1042025" y="3271350"/>
            <a:ext cx="21945600" cy="3186600"/>
          </a:xfrm>
          <a:prstGeom prst="rect">
            <a:avLst/>
          </a:prstGeom>
        </p:spPr>
        <p:txBody>
          <a:bodyPr anchorCtr="0" anchor="t" bIns="121875" lIns="243800" spcFirstLastPara="1" rIns="243800" wrap="square" tIns="121875">
            <a:normAutofit/>
          </a:bodyPr>
          <a:lstStyle/>
          <a:p>
            <a:pPr indent="-495300" lvl="0" marL="457200" rtl="0" algn="l">
              <a:spcBef>
                <a:spcPts val="1000"/>
              </a:spcBef>
              <a:spcAft>
                <a:spcPts val="0"/>
              </a:spcAft>
              <a:buSzPts val="4200"/>
              <a:buChar char="❖"/>
            </a:pPr>
            <a:r>
              <a:rPr lang="en-US" sz="4200"/>
              <a:t>Re-discovering complex logic (e.g., L3 cache affinity) wastes CPU hours and evolutions</a:t>
            </a:r>
            <a:endParaRPr sz="4200"/>
          </a:p>
          <a:p>
            <a:pPr indent="-495300" lvl="0" marL="457200" rtl="0" algn="l">
              <a:spcBef>
                <a:spcPts val="0"/>
              </a:spcBef>
              <a:spcAft>
                <a:spcPts val="0"/>
              </a:spcAft>
              <a:buSzPts val="4200"/>
              <a:buChar char="❖"/>
            </a:pPr>
            <a:r>
              <a:rPr lang="en-US" sz="4200"/>
              <a:t>A centralized database acts as a permanent archive for high-performing policies</a:t>
            </a:r>
            <a:endParaRPr sz="4200"/>
          </a:p>
          <a:p>
            <a:pPr indent="-495300" lvl="0" marL="457200" rtl="0" algn="l">
              <a:spcBef>
                <a:spcPts val="0"/>
              </a:spcBef>
              <a:spcAft>
                <a:spcPts val="0"/>
              </a:spcAft>
              <a:buSzPts val="4200"/>
              <a:buChar char="❖"/>
            </a:pPr>
            <a:r>
              <a:rPr lang="en-US" sz="4200"/>
              <a:t>Optimizations discovered for one CPU-heavy task (Prime Number calc) are automatically transferred to accelerate learning for others (Scientific Computing)</a:t>
            </a:r>
            <a:endParaRPr sz="4200"/>
          </a:p>
        </p:txBody>
      </p:sp>
      <p:pic>
        <p:nvPicPr>
          <p:cNvPr id="237" name="Google Shape;23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1325" y="6996113"/>
            <a:ext cx="17907000" cy="505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4"/>
          <p:cNvSpPr txBox="1"/>
          <p:nvPr/>
        </p:nvSpPr>
        <p:spPr>
          <a:xfrm>
            <a:off x="1042025" y="1793250"/>
            <a:ext cx="21483600" cy="14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>
                <a:solidFill>
                  <a:schemeClr val="lt2"/>
                </a:solidFill>
              </a:rPr>
              <a:t>Island graph</a:t>
            </a:r>
            <a:endParaRPr sz="8500">
              <a:solidFill>
                <a:schemeClr val="lt2"/>
              </a:solidFill>
            </a:endParaRPr>
          </a:p>
        </p:txBody>
      </p:sp>
      <p:sp>
        <p:nvSpPr>
          <p:cNvPr id="244" name="Google Shape;244;p4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44"/>
          <p:cNvSpPr txBox="1"/>
          <p:nvPr>
            <p:ph idx="1" type="body"/>
          </p:nvPr>
        </p:nvSpPr>
        <p:spPr>
          <a:xfrm>
            <a:off x="1042025" y="3271350"/>
            <a:ext cx="21945600" cy="4234200"/>
          </a:xfrm>
          <a:prstGeom prst="rect">
            <a:avLst/>
          </a:prstGeom>
        </p:spPr>
        <p:txBody>
          <a:bodyPr anchorCtr="0" anchor="t" bIns="121875" lIns="243800" spcFirstLastPara="1" rIns="243800" wrap="square" tIns="121875">
            <a:normAutofit/>
          </a:bodyPr>
          <a:lstStyle/>
          <a:p>
            <a:pPr indent="-495300" lvl="0" marL="457200" rtl="0" algn="l">
              <a:spcBef>
                <a:spcPts val="1000"/>
              </a:spcBef>
              <a:spcAft>
                <a:spcPts val="0"/>
              </a:spcAft>
              <a:buSzPts val="4200"/>
              <a:buChar char="❖"/>
            </a:pPr>
            <a:r>
              <a:rPr lang="en-US" sz="4200"/>
              <a:t>Evolution Run 1:</a:t>
            </a:r>
            <a:endParaRPr sz="4200"/>
          </a:p>
          <a:p>
            <a:pPr indent="-495300" lvl="1" marL="914400" rtl="0" algn="l">
              <a:spcBef>
                <a:spcPts val="0"/>
              </a:spcBef>
              <a:spcAft>
                <a:spcPts val="0"/>
              </a:spcAft>
              <a:buSzPts val="4200"/>
              <a:buChar char="➢"/>
            </a:pPr>
            <a:r>
              <a:rPr lang="en-US" sz="4200"/>
              <a:t>SysBench CPU workload with 64 threads, evolved program stored (1541 events/sec)</a:t>
            </a:r>
            <a:endParaRPr sz="4200"/>
          </a:p>
          <a:p>
            <a:pPr indent="-495300" lvl="0" marL="457200" rtl="0" algn="l">
              <a:spcBef>
                <a:spcPts val="0"/>
              </a:spcBef>
              <a:spcAft>
                <a:spcPts val="0"/>
              </a:spcAft>
              <a:buSzPts val="4200"/>
              <a:buChar char="❖"/>
            </a:pPr>
            <a:r>
              <a:rPr lang="en-US" sz="4200"/>
              <a:t>Evolution Run 2:</a:t>
            </a:r>
            <a:endParaRPr sz="4200"/>
          </a:p>
          <a:p>
            <a:pPr indent="-495300" lvl="1" marL="914400" rtl="0" algn="l">
              <a:spcBef>
                <a:spcPts val="0"/>
              </a:spcBef>
              <a:spcAft>
                <a:spcPts val="0"/>
              </a:spcAft>
              <a:buSzPts val="4200"/>
              <a:buChar char="➢"/>
            </a:pPr>
            <a:r>
              <a:rPr lang="en-US" sz="4200"/>
              <a:t>SysBench CPU workload with 32 threads, I_0 → Initial CFS code, I_1 → Veteran code</a:t>
            </a:r>
            <a:endParaRPr sz="4200"/>
          </a:p>
        </p:txBody>
      </p:sp>
      <p:pic>
        <p:nvPicPr>
          <p:cNvPr id="246" name="Google Shape;24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057750"/>
            <a:ext cx="11240794" cy="7658249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44"/>
          <p:cNvSpPr/>
          <p:nvPr/>
        </p:nvSpPr>
        <p:spPr>
          <a:xfrm>
            <a:off x="4761074" y="7173175"/>
            <a:ext cx="6230700" cy="66933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8" name="Google Shape;248;p44"/>
          <p:cNvSpPr/>
          <p:nvPr/>
        </p:nvSpPr>
        <p:spPr>
          <a:xfrm>
            <a:off x="462726" y="7173175"/>
            <a:ext cx="3222900" cy="66933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9" name="Google Shape;249;p44"/>
          <p:cNvSpPr txBox="1"/>
          <p:nvPr/>
        </p:nvSpPr>
        <p:spPr>
          <a:xfrm>
            <a:off x="190500" y="6343650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lt2"/>
                </a:solidFill>
              </a:rPr>
              <a:t>I_0</a:t>
            </a:r>
            <a:endParaRPr sz="6000">
              <a:solidFill>
                <a:schemeClr val="lt2"/>
              </a:solidFill>
            </a:endParaRPr>
          </a:p>
        </p:txBody>
      </p:sp>
      <p:sp>
        <p:nvSpPr>
          <p:cNvPr id="250" name="Google Shape;250;p44"/>
          <p:cNvSpPr txBox="1"/>
          <p:nvPr/>
        </p:nvSpPr>
        <p:spPr>
          <a:xfrm>
            <a:off x="5543550" y="6397350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lt2"/>
                </a:solidFill>
              </a:rPr>
              <a:t>I_1</a:t>
            </a:r>
            <a:endParaRPr/>
          </a:p>
        </p:txBody>
      </p:sp>
      <p:pic>
        <p:nvPicPr>
          <p:cNvPr id="251" name="Google Shape;251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40794" y="6057750"/>
            <a:ext cx="12838405" cy="2660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07450" y="8908300"/>
            <a:ext cx="13276550" cy="36554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5"/>
          <p:cNvSpPr txBox="1"/>
          <p:nvPr>
            <p:ph type="title"/>
          </p:nvPr>
        </p:nvSpPr>
        <p:spPr>
          <a:xfrm>
            <a:off x="1219200" y="1828800"/>
            <a:ext cx="21945600" cy="2286300"/>
          </a:xfrm>
          <a:prstGeom prst="rect">
            <a:avLst/>
          </a:prstGeom>
        </p:spPr>
        <p:txBody>
          <a:bodyPr anchorCtr="0" anchor="ctr" bIns="121875" lIns="243800" spcFirstLastPara="1" rIns="243800" wrap="square" tIns="1218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Results</a:t>
            </a:r>
            <a:endParaRPr/>
          </a:p>
        </p:txBody>
      </p:sp>
      <p:sp>
        <p:nvSpPr>
          <p:cNvPr id="259" name="Google Shape;259;p45"/>
          <p:cNvSpPr txBox="1"/>
          <p:nvPr>
            <p:ph idx="1" type="body"/>
          </p:nvPr>
        </p:nvSpPr>
        <p:spPr>
          <a:xfrm>
            <a:off x="1072875" y="4486650"/>
            <a:ext cx="11139600" cy="3000000"/>
          </a:xfrm>
          <a:prstGeom prst="rect">
            <a:avLst/>
          </a:prstGeom>
        </p:spPr>
        <p:txBody>
          <a:bodyPr anchorCtr="0" anchor="t" bIns="121875" lIns="243800" spcFirstLastPara="1" rIns="243800" wrap="square" tIns="121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0000"/>
                </a:solidFill>
              </a:rPr>
              <a:t>Busiest_queue_avg_deviation</a:t>
            </a:r>
            <a:endParaRPr b="1" sz="3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</a:rPr>
              <a:t>Improve `FindBusiestQueue` to select the CPU with the maximum deviation above the average load, enabling more balanced migrations by targeting the most overloaded CPU relative to the cluster.</a:t>
            </a:r>
            <a:endParaRPr sz="3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000000"/>
              </a:solidFill>
            </a:endParaRPr>
          </a:p>
        </p:txBody>
      </p:sp>
      <p:graphicFrame>
        <p:nvGraphicFramePr>
          <p:cNvPr id="260" name="Google Shape;260;p45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{A370E9CA-C696-4645-9DA1-0D10EC40A301}</a:tableStyleId>
              </a:tblPr>
              <a:tblGrid>
                <a:gridCol w="146050"/>
              </a:tblGrid>
              <a:tr h="146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61" name="Google Shape;261;p45"/>
          <p:cNvGraphicFramePr/>
          <p:nvPr/>
        </p:nvGraphicFramePr>
        <p:xfrm>
          <a:off x="12212475" y="448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{459FDF3A-84C3-445B-89B8-2620C6174EFC}</a:tableStyleId>
              </a:tblPr>
              <a:tblGrid>
                <a:gridCol w="2367875"/>
                <a:gridCol w="1591775"/>
                <a:gridCol w="2145625"/>
                <a:gridCol w="6066250"/>
              </a:tblGrid>
              <a:tr h="960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/>
                        <a:t>Metric</a:t>
                      </a:r>
                      <a:endParaRPr sz="3000"/>
                    </a:p>
                  </a:txBody>
                  <a:tcPr marT="63500" marB="63500" marR="63500" marL="635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/>
                        <a:t>Baseline</a:t>
                      </a:r>
                      <a:endParaRPr sz="3000"/>
                    </a:p>
                  </a:txBody>
                  <a:tcPr marT="63500" marB="63500" marR="63500" marL="635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/>
                        <a:t>New Algorithm</a:t>
                      </a:r>
                      <a:endParaRPr sz="3000"/>
                    </a:p>
                  </a:txBody>
                  <a:tcPr marT="63500" marB="63500" marR="63500" marL="635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/>
                        <a:t>Explanation</a:t>
                      </a:r>
                      <a:endParaRPr sz="3000"/>
                    </a:p>
                  </a:txBody>
                  <a:tcPr marT="63500" marB="63500" marR="63500" marL="63500">
                    <a:noFill/>
                  </a:tcPr>
                </a:tc>
              </a:tr>
              <a:tr h="3273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/>
                        <a:t>Throughput</a:t>
                      </a:r>
                      <a:endParaRPr sz="3000"/>
                    </a:p>
                  </a:txBody>
                  <a:tcPr marT="63500" marB="63500" marR="63500" marL="635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168.00 ms</a:t>
                      </a:r>
                      <a:endParaRPr sz="3000"/>
                    </a:p>
                  </a:txBody>
                  <a:tcPr marT="63500" marB="63500" marR="63500" marL="635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/>
                        <a:t>173.72 ms ↑</a:t>
                      </a:r>
                      <a:endParaRPr sz="3000"/>
                    </a:p>
                  </a:txBody>
                  <a:tcPr marT="63500" marB="63500" marR="63500" marL="635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Selecting the CPU with the maximum run-queue length ignores the distribution of load across the cluster. The new algorithm tries to identify the true outlier.</a:t>
                      </a:r>
                      <a:endParaRPr sz="3000"/>
                    </a:p>
                  </a:txBody>
                  <a:tcPr marT="63500" marB="63500" marR="63500" marL="63500">
                    <a:noFill/>
                  </a:tcPr>
                </a:tc>
              </a:tr>
              <a:tr h="180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/>
                        <a:t>Latency</a:t>
                      </a:r>
                      <a:endParaRPr sz="3000"/>
                    </a:p>
                  </a:txBody>
                  <a:tcPr marT="63500" marB="63500" marR="63500" marL="635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/>
                        <a:t>522.52 ms</a:t>
                      </a:r>
                      <a:endParaRPr b="1" sz="3000"/>
                    </a:p>
                  </a:txBody>
                  <a:tcPr marT="63500" marB="63500" marR="63500" marL="635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631.36 ms ↑</a:t>
                      </a:r>
                      <a:endParaRPr sz="3000"/>
                    </a:p>
                  </a:txBody>
                  <a:tcPr marT="63500" marB="63500" marR="63500" marL="6350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It can leave moderately overloaded CPUs waiting longer for relief, increasing queueing delay and raising latency.</a:t>
                      </a:r>
                      <a:endParaRPr sz="3000"/>
                    </a:p>
                  </a:txBody>
                  <a:tcPr marT="63500" marB="63500" marR="63500" marL="63500">
                    <a:noFill/>
                  </a:tcPr>
                </a:tc>
              </a:tr>
            </a:tbl>
          </a:graphicData>
        </a:graphic>
      </p:graphicFrame>
      <p:sp>
        <p:nvSpPr>
          <p:cNvPr id="262" name="Google Shape;262;p45"/>
          <p:cNvSpPr txBox="1"/>
          <p:nvPr/>
        </p:nvSpPr>
        <p:spPr>
          <a:xfrm>
            <a:off x="457200" y="4572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63" name="Google Shape;263;p45"/>
          <p:cNvSpPr txBox="1"/>
          <p:nvPr/>
        </p:nvSpPr>
        <p:spPr>
          <a:xfrm>
            <a:off x="1066250" y="9208625"/>
            <a:ext cx="7003500" cy="15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2"/>
                </a:solidFill>
              </a:rPr>
              <a:t>prefer_l3_sibling_affinity</a:t>
            </a:r>
            <a:endParaRPr b="1" sz="3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2"/>
                </a:solidFill>
              </a:rPr>
              <a:t>Throughput: </a:t>
            </a:r>
            <a:r>
              <a:rPr b="1" lang="en-US" sz="3200">
                <a:solidFill>
                  <a:schemeClr val="lt2"/>
                </a:solidFill>
              </a:rPr>
              <a:t>173 ms ↑</a:t>
            </a:r>
            <a:endParaRPr b="1" sz="3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2"/>
                </a:solidFill>
              </a:rPr>
              <a:t>Latency: 627 ms ↑</a:t>
            </a:r>
            <a:endParaRPr sz="3200">
              <a:solidFill>
                <a:schemeClr val="lt2"/>
              </a:solidFill>
            </a:endParaRPr>
          </a:p>
        </p:txBody>
      </p:sp>
      <p:sp>
        <p:nvSpPr>
          <p:cNvPr id="264" name="Google Shape;264;p45"/>
          <p:cNvSpPr txBox="1"/>
          <p:nvPr/>
        </p:nvSpPr>
        <p:spPr>
          <a:xfrm>
            <a:off x="1066250" y="11590475"/>
            <a:ext cx="7003500" cy="15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2"/>
                </a:solidFill>
              </a:rPr>
              <a:t>aggressive load balance</a:t>
            </a:r>
            <a:endParaRPr b="1" sz="3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2"/>
                </a:solidFill>
              </a:rPr>
              <a:t>Throughput: </a:t>
            </a:r>
            <a:r>
              <a:rPr b="1" lang="en-US" sz="3200">
                <a:solidFill>
                  <a:schemeClr val="lt2"/>
                </a:solidFill>
              </a:rPr>
              <a:t>168.07</a:t>
            </a:r>
            <a:r>
              <a:rPr b="1" lang="en-US" sz="3200">
                <a:solidFill>
                  <a:schemeClr val="lt2"/>
                </a:solidFill>
              </a:rPr>
              <a:t> ms ↑</a:t>
            </a:r>
            <a:endParaRPr b="1" sz="3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2"/>
                </a:solidFill>
              </a:rPr>
              <a:t>Latency: </a:t>
            </a:r>
            <a:r>
              <a:rPr lang="en-US" sz="3200">
                <a:solidFill>
                  <a:schemeClr val="lt2"/>
                </a:solidFill>
              </a:rPr>
              <a:t>628.16 ms ↑</a:t>
            </a:r>
            <a:endParaRPr sz="3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6"/>
          <p:cNvSpPr txBox="1"/>
          <p:nvPr>
            <p:ph idx="12" type="sldNum"/>
          </p:nvPr>
        </p:nvSpPr>
        <p:spPr>
          <a:xfrm>
            <a:off x="22661331" y="12503357"/>
            <a:ext cx="14631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500"/>
              <a:t>‹#›</a:t>
            </a:fld>
            <a:endParaRPr sz="2500"/>
          </a:p>
        </p:txBody>
      </p:sp>
      <p:sp>
        <p:nvSpPr>
          <p:cNvPr id="270" name="Google Shape;270;p46"/>
          <p:cNvSpPr txBox="1"/>
          <p:nvPr/>
        </p:nvSpPr>
        <p:spPr>
          <a:xfrm>
            <a:off x="1042025" y="1793250"/>
            <a:ext cx="17448000" cy="14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>
                <a:solidFill>
                  <a:schemeClr val="lt2"/>
                </a:solidFill>
              </a:rPr>
              <a:t>Results</a:t>
            </a:r>
            <a:endParaRPr sz="8500">
              <a:solidFill>
                <a:schemeClr val="lt2"/>
              </a:solidFill>
            </a:endParaRPr>
          </a:p>
        </p:txBody>
      </p:sp>
      <p:sp>
        <p:nvSpPr>
          <p:cNvPr id="271" name="Google Shape;271;p46"/>
          <p:cNvSpPr txBox="1"/>
          <p:nvPr/>
        </p:nvSpPr>
        <p:spPr>
          <a:xfrm>
            <a:off x="1042025" y="3271350"/>
            <a:ext cx="22446600" cy="9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lt2"/>
                </a:solidFill>
              </a:rPr>
              <a:t>SysBenchCPU workload → tests a system's raw computational power by having threads calculate prime numbers up to 20,000</a:t>
            </a:r>
            <a:endParaRPr b="1" sz="4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00">
              <a:solidFill>
                <a:schemeClr val="lt2"/>
              </a:solidFill>
            </a:endParaRPr>
          </a:p>
        </p:txBody>
      </p:sp>
      <p:graphicFrame>
        <p:nvGraphicFramePr>
          <p:cNvPr id="272" name="Google Shape;272;p46"/>
          <p:cNvGraphicFramePr/>
          <p:nvPr/>
        </p:nvGraphicFramePr>
        <p:xfrm>
          <a:off x="952500" y="590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{649CF205-6DB1-4F2D-A281-00F7A385BE01}</a:tableStyleId>
              </a:tblPr>
              <a:tblGrid>
                <a:gridCol w="5619750"/>
                <a:gridCol w="5175250"/>
                <a:gridCol w="6064250"/>
                <a:gridCol w="5619750"/>
              </a:tblGrid>
              <a:tr h="101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/>
                        <a:t>Num Threads </a:t>
                      </a:r>
                      <a:endParaRPr b="1" sz="4800"/>
                    </a:p>
                  </a:txBody>
                  <a:tcPr marT="91425" marB="91425" marR="91425" marL="91425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/>
                        <a:t>Num CPUs</a:t>
                      </a:r>
                      <a:endParaRPr b="1" sz="4800"/>
                    </a:p>
                  </a:txBody>
                  <a:tcPr marT="91425" marB="91425" marR="91425" marL="91425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/>
                        <a:t>Initial Score(Throughput)</a:t>
                      </a:r>
                      <a:endParaRPr b="1" sz="4800"/>
                    </a:p>
                  </a:txBody>
                  <a:tcPr marT="91425" marB="91425" marR="91425" marL="91425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/>
                        <a:t>Best Evolved Score</a:t>
                      </a:r>
                      <a:endParaRPr b="1" sz="4800"/>
                    </a:p>
                  </a:txBody>
                  <a:tcPr marT="91425" marB="91425" marR="91425" marL="91425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011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/>
                        <a:t>4</a:t>
                      </a:r>
                      <a:endParaRPr sz="3600"/>
                    </a:p>
                  </a:txBody>
                  <a:tcPr marT="91425" marB="91425" marR="91425" marL="91425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/>
                        <a:t>5</a:t>
                      </a:r>
                      <a:endParaRPr sz="3600"/>
                    </a:p>
                  </a:txBody>
                  <a:tcPr marT="91425" marB="91425" marR="91425" marL="91425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/>
                        <a:t>1234.56 </a:t>
                      </a:r>
                      <a:endParaRPr sz="3600"/>
                    </a:p>
                  </a:txBody>
                  <a:tcPr marT="91425" marB="91425" marR="91425" marL="91425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/>
                        <a:t>1240.98  </a:t>
                      </a:r>
                      <a:endParaRPr sz="3600"/>
                    </a:p>
                  </a:txBody>
                  <a:tcPr marT="91425" marB="91425" marR="91425" marL="91425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011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/>
                        <a:t>32</a:t>
                      </a:r>
                      <a:endParaRPr sz="3600"/>
                    </a:p>
                  </a:txBody>
                  <a:tcPr marT="91425" marB="91425" marR="91425" marL="91425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/>
                        <a:t>5</a:t>
                      </a:r>
                      <a:endParaRPr sz="3600"/>
                    </a:p>
                  </a:txBody>
                  <a:tcPr marT="91425" marB="91425" marR="91425" marL="91425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/>
                        <a:t>1504.8</a:t>
                      </a:r>
                      <a:endParaRPr sz="3600"/>
                    </a:p>
                  </a:txBody>
                  <a:tcPr marT="91425" marB="91425" marR="91425" marL="91425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/>
                        <a:t>1517.0</a:t>
                      </a:r>
                      <a:endParaRPr sz="3600"/>
                    </a:p>
                  </a:txBody>
                  <a:tcPr marT="91425" marB="91425" marR="91425" marL="91425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011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/>
                        <a:t>32</a:t>
                      </a:r>
                      <a:endParaRPr sz="3600"/>
                    </a:p>
                  </a:txBody>
                  <a:tcPr marT="91425" marB="91425" marR="91425" marL="91425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/>
                        <a:t>10</a:t>
                      </a:r>
                      <a:endParaRPr sz="3600"/>
                    </a:p>
                  </a:txBody>
                  <a:tcPr marT="91425" marB="91425" marR="91425" marL="91425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/>
                        <a:t>4621.63</a:t>
                      </a:r>
                      <a:endParaRPr sz="3600"/>
                    </a:p>
                  </a:txBody>
                  <a:tcPr marT="91425" marB="91425" marR="91425" marL="91425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/>
                        <a:t>4737.81</a:t>
                      </a:r>
                      <a:endParaRPr sz="3600"/>
                    </a:p>
                  </a:txBody>
                  <a:tcPr marT="91425" marB="91425" marR="91425" marL="91425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011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/>
                        <a:t>64</a:t>
                      </a:r>
                      <a:endParaRPr sz="3600"/>
                    </a:p>
                  </a:txBody>
                  <a:tcPr marT="91425" marB="91425" marR="91425" marL="91425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/>
                        <a:t>5</a:t>
                      </a:r>
                      <a:endParaRPr sz="3600"/>
                    </a:p>
                  </a:txBody>
                  <a:tcPr marT="91425" marB="91425" marR="91425" marL="91425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/>
                        <a:t>1502.34 </a:t>
                      </a:r>
                      <a:endParaRPr sz="3600"/>
                    </a:p>
                  </a:txBody>
                  <a:tcPr marT="91425" marB="91425" marR="91425" marL="91425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/>
                        <a:t>1541.11</a:t>
                      </a:r>
                      <a:endParaRPr sz="3600"/>
                    </a:p>
                  </a:txBody>
                  <a:tcPr marT="91425" marB="91425" marR="91425" marL="91425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7"/>
          <p:cNvSpPr txBox="1"/>
          <p:nvPr>
            <p:ph idx="12" type="sldNum"/>
          </p:nvPr>
        </p:nvSpPr>
        <p:spPr>
          <a:xfrm>
            <a:off x="22661331" y="12503357"/>
            <a:ext cx="14631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500"/>
              <a:t>‹#›</a:t>
            </a:fld>
            <a:endParaRPr sz="2500"/>
          </a:p>
        </p:txBody>
      </p:sp>
      <p:sp>
        <p:nvSpPr>
          <p:cNvPr id="278" name="Google Shape;278;p47"/>
          <p:cNvSpPr txBox="1"/>
          <p:nvPr/>
        </p:nvSpPr>
        <p:spPr>
          <a:xfrm>
            <a:off x="1042025" y="1793250"/>
            <a:ext cx="17448000" cy="14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>
                <a:solidFill>
                  <a:schemeClr val="lt2"/>
                </a:solidFill>
              </a:rPr>
              <a:t>Results</a:t>
            </a:r>
            <a:endParaRPr sz="8500">
              <a:solidFill>
                <a:schemeClr val="lt2"/>
              </a:solidFill>
            </a:endParaRPr>
          </a:p>
        </p:txBody>
      </p:sp>
      <p:sp>
        <p:nvSpPr>
          <p:cNvPr id="279" name="Google Shape;279;p47"/>
          <p:cNvSpPr txBox="1"/>
          <p:nvPr/>
        </p:nvSpPr>
        <p:spPr>
          <a:xfrm>
            <a:off x="1042025" y="3271350"/>
            <a:ext cx="22446600" cy="9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lt2"/>
                </a:solidFill>
              </a:rPr>
              <a:t>SysBenchCPU workload with 64 threads </a:t>
            </a:r>
            <a:endParaRPr b="1" sz="4800">
              <a:solidFill>
                <a:schemeClr val="lt2"/>
              </a:solidFill>
            </a:endParaRPr>
          </a:p>
        </p:txBody>
      </p:sp>
      <p:pic>
        <p:nvPicPr>
          <p:cNvPr id="280" name="Google Shape;28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2025" y="4305300"/>
            <a:ext cx="15694025" cy="902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47"/>
          <p:cNvSpPr txBox="1"/>
          <p:nvPr>
            <p:ph idx="1" type="body"/>
          </p:nvPr>
        </p:nvSpPr>
        <p:spPr>
          <a:xfrm>
            <a:off x="17012652" y="4305300"/>
            <a:ext cx="6342600" cy="9029700"/>
          </a:xfrm>
          <a:prstGeom prst="rect">
            <a:avLst/>
          </a:prstGeom>
        </p:spPr>
        <p:txBody>
          <a:bodyPr anchorCtr="0" anchor="t" bIns="121875" lIns="243800" spcFirstLastPara="1" rIns="243800" wrap="square" tIns="121875">
            <a:normAutofit fontScale="625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4200"/>
          </a:p>
          <a:p>
            <a:pPr indent="-406626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❖"/>
            </a:pPr>
            <a:r>
              <a:rPr lang="en-US" sz="4485"/>
              <a:t>Gen23 combines aggressive parameter tuning with proven hierarchical placement to achieve peak performance</a:t>
            </a:r>
            <a:endParaRPr sz="4485"/>
          </a:p>
          <a:p>
            <a:pPr indent="-40662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❖"/>
            </a:pPr>
            <a:r>
              <a:rPr lang="en-US" sz="4485"/>
              <a:t>LoadBalance function includes a static initialization block that globally increases latency_ and min_granularity_, reducing preemption and improving cache retention.</a:t>
            </a:r>
            <a:endParaRPr sz="4485"/>
          </a:p>
          <a:p>
            <a:pPr indent="-40662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❖"/>
            </a:pPr>
            <a:r>
              <a:rPr lang="en-US" sz="4485"/>
              <a:t>This is layered on top of the established SelectTaskRq logic that checks current CPU, previous CPU, and L3 siblings - directly building on the successful pattern from Gen 6 and Gen 19.</a:t>
            </a:r>
            <a:endParaRPr sz="4485"/>
          </a:p>
          <a:p>
            <a:pPr indent="-40662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❖"/>
            </a:pPr>
            <a:r>
              <a:rPr lang="en-US" sz="4485"/>
              <a:t>The result is a 1541.11 events/sec throughput, surpassing all prior correct implementations.</a:t>
            </a:r>
            <a:endParaRPr sz="4485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8"/>
          <p:cNvSpPr txBox="1"/>
          <p:nvPr>
            <p:ph idx="12" type="sldNum"/>
          </p:nvPr>
        </p:nvSpPr>
        <p:spPr>
          <a:xfrm>
            <a:off x="22661331" y="12503357"/>
            <a:ext cx="14631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500"/>
              <a:t>‹#›</a:t>
            </a:fld>
            <a:endParaRPr sz="2500"/>
          </a:p>
        </p:txBody>
      </p:sp>
      <p:sp>
        <p:nvSpPr>
          <p:cNvPr id="287" name="Google Shape;287;p48"/>
          <p:cNvSpPr txBox="1"/>
          <p:nvPr/>
        </p:nvSpPr>
        <p:spPr>
          <a:xfrm>
            <a:off x="1042025" y="1793250"/>
            <a:ext cx="17448000" cy="14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>
                <a:solidFill>
                  <a:schemeClr val="lt2"/>
                </a:solidFill>
              </a:rPr>
              <a:t>Proposal</a:t>
            </a:r>
            <a:endParaRPr sz="8500">
              <a:solidFill>
                <a:schemeClr val="lt2"/>
              </a:solidFill>
            </a:endParaRPr>
          </a:p>
        </p:txBody>
      </p:sp>
      <p:pic>
        <p:nvPicPr>
          <p:cNvPr id="288" name="Google Shape;288;p48" title="My First Board (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2025" y="3413200"/>
            <a:ext cx="14738406" cy="10139851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48"/>
          <p:cNvSpPr txBox="1"/>
          <p:nvPr/>
        </p:nvSpPr>
        <p:spPr>
          <a:xfrm>
            <a:off x="16048650" y="3862875"/>
            <a:ext cx="7501800" cy="9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lt2"/>
                </a:solidFill>
              </a:rPr>
              <a:t>Core Idea</a:t>
            </a:r>
            <a:endParaRPr b="1" sz="4800">
              <a:solidFill>
                <a:schemeClr val="lt2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Char char="❖"/>
            </a:pPr>
            <a:r>
              <a:rPr lang="en-US" sz="3600">
                <a:solidFill>
                  <a:schemeClr val="lt2"/>
                </a:solidFill>
              </a:rPr>
              <a:t>Decoupled Optimization Loop (Offline vs. Online)</a:t>
            </a:r>
            <a:endParaRPr sz="3600">
              <a:solidFill>
                <a:schemeClr val="lt2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Char char="❖"/>
            </a:pPr>
            <a:r>
              <a:rPr lang="en-US" sz="3600">
                <a:solidFill>
                  <a:schemeClr val="lt2"/>
                </a:solidFill>
              </a:rPr>
              <a:t>Global Knowledge Base stores the best evolved code from past iterations indexed by workload_tag, optimization_target and other metrics.</a:t>
            </a:r>
            <a:endParaRPr sz="3600">
              <a:solidFill>
                <a:schemeClr val="lt2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Char char="❖"/>
            </a:pPr>
            <a:r>
              <a:rPr lang="en-US" sz="3600">
                <a:solidFill>
                  <a:schemeClr val="lt2"/>
                </a:solidFill>
              </a:rPr>
              <a:t>Run Evolution → Insert into GKB creates a permanent improvement workflow</a:t>
            </a:r>
            <a:endParaRPr sz="3600">
              <a:solidFill>
                <a:schemeClr val="lt2"/>
              </a:solidFill>
            </a:endParaRPr>
          </a:p>
        </p:txBody>
      </p:sp>
      <p:sp>
        <p:nvSpPr>
          <p:cNvPr id="290" name="Google Shape;290;p48"/>
          <p:cNvSpPr txBox="1"/>
          <p:nvPr/>
        </p:nvSpPr>
        <p:spPr>
          <a:xfrm>
            <a:off x="7874000" y="8995850"/>
            <a:ext cx="165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chemeClr val="lt2"/>
                </a:solidFill>
              </a:rPr>
              <a:t>Offline</a:t>
            </a:r>
            <a:endParaRPr b="1" sz="2800" u="sng">
              <a:solidFill>
                <a:schemeClr val="lt2"/>
              </a:solidFill>
            </a:endParaRPr>
          </a:p>
        </p:txBody>
      </p:sp>
      <p:sp>
        <p:nvSpPr>
          <p:cNvPr id="291" name="Google Shape;291;p48"/>
          <p:cNvSpPr txBox="1"/>
          <p:nvPr/>
        </p:nvSpPr>
        <p:spPr>
          <a:xfrm>
            <a:off x="5613400" y="39624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chemeClr val="lt2"/>
                </a:solidFill>
              </a:rPr>
              <a:t>Online</a:t>
            </a:r>
            <a:endParaRPr u="sng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6-9 White Backgroud">
  <a:themeElements>
    <a:clrScheme name="UT Brand Color Palette">
      <a:dk1>
        <a:srgbClr val="BE5700"/>
      </a:dk1>
      <a:lt1>
        <a:srgbClr val="FFFFFF"/>
      </a:lt1>
      <a:dk2>
        <a:srgbClr val="D6D2C3"/>
      </a:dk2>
      <a:lt2>
        <a:srgbClr val="333F48"/>
      </a:lt2>
      <a:accent1>
        <a:srgbClr val="F7961F"/>
      </a:accent1>
      <a:accent2>
        <a:srgbClr val="FFD600"/>
      </a:accent2>
      <a:accent3>
        <a:srgbClr val="A6CC57"/>
      </a:accent3>
      <a:accent4>
        <a:srgbClr val="579C41"/>
      </a:accent4>
      <a:accent5>
        <a:srgbClr val="00A8B6"/>
      </a:accent5>
      <a:accent6>
        <a:srgbClr val="005E86"/>
      </a:accent6>
      <a:hlink>
        <a:srgbClr val="BF5700"/>
      </a:hlink>
      <a:folHlink>
        <a:srgbClr val="9CADB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6-9 Dark Background">
  <a:themeElements>
    <a:clrScheme name="Custom 11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0403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